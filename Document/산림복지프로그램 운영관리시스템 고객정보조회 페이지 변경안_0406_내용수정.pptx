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0" r:id="rId1"/>
    <p:sldMasterId id="2147483745" r:id="rId2"/>
    <p:sldMasterId id="2147483838" r:id="rId3"/>
    <p:sldMasterId id="2147483815" r:id="rId4"/>
  </p:sldMasterIdLst>
  <p:notesMasterIdLst>
    <p:notesMasterId r:id="rId12"/>
  </p:notesMasterIdLst>
  <p:sldIdLst>
    <p:sldId id="257" r:id="rId5"/>
    <p:sldId id="259" r:id="rId6"/>
    <p:sldId id="260" r:id="rId7"/>
    <p:sldId id="261" r:id="rId8"/>
    <p:sldId id="262" r:id="rId9"/>
    <p:sldId id="264" r:id="rId10"/>
    <p:sldId id="258" r:id="rId11"/>
  </p:sldIdLst>
  <p:sldSz cx="9906000" cy="6858000" type="A4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78" autoAdjust="0"/>
    <p:restoredTop sz="94848" autoAdjust="0"/>
  </p:normalViewPr>
  <p:slideViewPr>
    <p:cSldViewPr snapToGrid="0" showGuides="1">
      <p:cViewPr varScale="1">
        <p:scale>
          <a:sx n="108" d="100"/>
          <a:sy n="108" d="100"/>
        </p:scale>
        <p:origin x="768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B5C449-05D5-4294-B491-90C136808F33}" type="datetimeFigureOut">
              <a:rPr lang="ko-KR" altLang="en-US" smtClean="0"/>
              <a:t>2021-04-06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1243013"/>
            <a:ext cx="4848225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24F06D-A28B-4DCA-B12B-27CCADC879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059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emf"/><Relationship Id="rId5" Type="http://schemas.openxmlformats.org/officeDocument/2006/relationships/image" Target="../media/image1.png"/><Relationship Id="rId4" Type="http://schemas.openxmlformats.org/officeDocument/2006/relationships/image" Target="../media/image9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5.svg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9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7" Type="http://schemas.openxmlformats.org/officeDocument/2006/relationships/image" Target="../media/image1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0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emf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6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5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4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2.svg"/><Relationship Id="rId7" Type="http://schemas.openxmlformats.org/officeDocument/2006/relationships/image" Target="../media/image5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4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7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9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8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앞 커버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438" y="1122363"/>
            <a:ext cx="9000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360000" marR="0" indent="-25200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 sz="2000"/>
            </a:lvl1pPr>
          </a:lstStyle>
          <a:p>
            <a:r>
              <a:rPr lang="ko-KR" altLang="en-US" dirty="0"/>
              <a:t>문서의 명칭을 적어주세요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2438" y="3602038"/>
            <a:ext cx="9000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시스템의 명칭을 적어주세요</a:t>
            </a:r>
            <a:r>
              <a:rPr lang="en-US" altLang="ko-KR" dirty="0"/>
              <a:t>.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F07AEE5E-90F5-4E00-B609-21C6BB986F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2438" y="4024554"/>
            <a:ext cx="9000000" cy="2331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r" defTabSz="914324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ko-KR" altLang="en-US" sz="1000">
                <a:solidFill>
                  <a:schemeClr val="accent2"/>
                </a:solidFill>
              </a:defRPr>
            </a:lvl1pPr>
            <a:lvl2pPr marL="457200" indent="0">
              <a:buNone/>
              <a:defRPr lang="ko-KR" altLang="en-US" sz="1050" dirty="0" smtClean="0">
                <a:solidFill>
                  <a:schemeClr val="accent2"/>
                </a:solidFill>
              </a:defRPr>
            </a:lvl2pPr>
            <a:lvl3pPr marL="914400" indent="0">
              <a:buNone/>
              <a:defRPr lang="ko-KR" altLang="en-US" sz="1050" dirty="0" smtClean="0">
                <a:solidFill>
                  <a:schemeClr val="accent2"/>
                </a:solidFill>
              </a:defRPr>
            </a:lvl3pPr>
            <a:lvl4pPr marL="1371600" indent="0">
              <a:buNone/>
              <a:defRPr lang="ko-KR" altLang="en-US" sz="1050" dirty="0" smtClean="0">
                <a:solidFill>
                  <a:schemeClr val="accent2"/>
                </a:solidFill>
              </a:defRPr>
            </a:lvl4pPr>
            <a:lvl5pPr marL="1828800" indent="0">
              <a:buNone/>
              <a:defRPr lang="ko-KR" altLang="en-US" sz="1050" dirty="0">
                <a:solidFill>
                  <a:schemeClr val="accent2"/>
                </a:solidFill>
              </a:defRPr>
            </a:lvl5pPr>
          </a:lstStyle>
          <a:p>
            <a:pPr marL="0" lvl="0" indent="0" algn="r">
              <a:buNone/>
            </a:pPr>
            <a:r>
              <a:rPr lang="ko-KR" altLang="en-US" dirty="0"/>
              <a:t>사업의 명칭을 적어주세요</a:t>
            </a:r>
            <a:r>
              <a:rPr lang="en-US" altLang="ko-KR" dirty="0"/>
              <a:t>.</a:t>
            </a: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892303B8-B94E-426D-8261-F89CA241D9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438" y="374583"/>
            <a:ext cx="2449559" cy="1923650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07C8C558-DEFA-4027-B96D-6D9CA55B6B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50517" y="528442"/>
            <a:ext cx="804036" cy="21245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06EE6B04-69C7-46AC-BFA3-377C621A9960}"/>
              </a:ext>
            </a:extLst>
          </p:cNvPr>
          <p:cNvSpPr/>
          <p:nvPr userDrawn="1"/>
        </p:nvSpPr>
        <p:spPr>
          <a:xfrm>
            <a:off x="8405813" y="1073431"/>
            <a:ext cx="1052512" cy="453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2263"/>
          </a:p>
        </p:txBody>
      </p:sp>
    </p:spTree>
    <p:extLst>
      <p:ext uri="{BB962C8B-B14F-4D97-AF65-F5344CB8AC3E}">
        <p14:creationId xmlns:p14="http://schemas.microsoft.com/office/powerpoint/2010/main" val="1212351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앞 커버_black"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954" y="1122363"/>
            <a:ext cx="9000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20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문서의 명칭을 적어주세요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2955" y="3602038"/>
            <a:ext cx="9000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시스템의 명칭을 적어주세요</a:t>
            </a:r>
            <a:r>
              <a:rPr lang="en-US" altLang="ko-KR" dirty="0"/>
              <a:t>.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F07AEE5E-90F5-4E00-B609-21C6BB986F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2955" y="4024554"/>
            <a:ext cx="9000000" cy="2331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r" defTabSz="914324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ko-KR" altLang="en-US" sz="1000" spc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lang="ko-KR" altLang="en-US" sz="1050" dirty="0" smtClean="0">
                <a:solidFill>
                  <a:schemeClr val="accent2"/>
                </a:solidFill>
              </a:defRPr>
            </a:lvl2pPr>
            <a:lvl3pPr>
              <a:defRPr lang="ko-KR" altLang="en-US" sz="1050" dirty="0" smtClean="0">
                <a:solidFill>
                  <a:schemeClr val="accent2"/>
                </a:solidFill>
              </a:defRPr>
            </a:lvl3pPr>
            <a:lvl4pPr>
              <a:defRPr lang="ko-KR" altLang="en-US" sz="1050" dirty="0" smtClean="0">
                <a:solidFill>
                  <a:schemeClr val="accent2"/>
                </a:solidFill>
              </a:defRPr>
            </a:lvl4pPr>
            <a:lvl5pPr>
              <a:defRPr lang="ko-KR" altLang="en-US" sz="1050" dirty="0">
                <a:solidFill>
                  <a:schemeClr val="accent2"/>
                </a:solidFill>
              </a:defRPr>
            </a:lvl5pPr>
          </a:lstStyle>
          <a:p>
            <a:pPr marL="0" lvl="0" indent="0" algn="r">
              <a:buNone/>
            </a:pPr>
            <a:r>
              <a:rPr lang="ko-KR" altLang="en-US" dirty="0"/>
              <a:t>사업의 명칭을 적어주세요</a:t>
            </a:r>
            <a:r>
              <a:rPr lang="en-US" altLang="ko-KR" dirty="0"/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0B07F82-BA1E-4EF0-85B6-57B7A1CCCC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51293" y="528144"/>
            <a:ext cx="805444" cy="210056"/>
          </a:xfrm>
          <a:prstGeom prst="rect">
            <a:avLst/>
          </a:prstGeom>
        </p:spPr>
      </p:pic>
      <p:pic>
        <p:nvPicPr>
          <p:cNvPr id="9" name="그래픽 6">
            <a:extLst>
              <a:ext uri="{FF2B5EF4-FFF2-40B4-BE49-F238E27FC236}">
                <a16:creationId xmlns:a16="http://schemas.microsoft.com/office/drawing/2014/main" id="{8E68580D-BBF5-FC40-8247-4096FCF799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7675" y="363231"/>
            <a:ext cx="2442529" cy="192365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124F824E-A1C5-D34B-A1F3-4FB3CF998CED}"/>
              </a:ext>
            </a:extLst>
          </p:cNvPr>
          <p:cNvSpPr/>
          <p:nvPr userDrawn="1"/>
        </p:nvSpPr>
        <p:spPr>
          <a:xfrm>
            <a:off x="8405813" y="1073431"/>
            <a:ext cx="1052512" cy="453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2263"/>
          </a:p>
        </p:txBody>
      </p:sp>
    </p:spTree>
    <p:extLst>
      <p:ext uri="{BB962C8B-B14F-4D97-AF65-F5344CB8AC3E}">
        <p14:creationId xmlns:p14="http://schemas.microsoft.com/office/powerpoint/2010/main" val="2853939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뒤 커버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id="{F0CB1BC1-E3DE-4E01-BA36-1611CFBC35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008" y="3083400"/>
            <a:ext cx="804036" cy="2124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EC0309-4E92-E548-AA1F-207717E4D8FC}"/>
              </a:ext>
            </a:extLst>
          </p:cNvPr>
          <p:cNvSpPr txBox="1"/>
          <p:nvPr userDrawn="1"/>
        </p:nvSpPr>
        <p:spPr>
          <a:xfrm>
            <a:off x="3284600" y="6129779"/>
            <a:ext cx="5981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78940"/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[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주식회사 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꿀비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]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대전광역시 서구 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둔산대로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117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번길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102, 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아트벤쳐빌딩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403, 601  </a:t>
            </a:r>
          </a:p>
          <a:p>
            <a:pPr algn="r" defTabSz="478940"/>
            <a:r>
              <a:rPr lang="en-US" altLang="ko-KR" sz="700" b="1" dirty="0" err="1">
                <a:solidFill>
                  <a:schemeClr val="bg1">
                    <a:lumMod val="50000"/>
                  </a:schemeClr>
                </a:solidFill>
              </a:rPr>
              <a:t>www.ggulb.net</a:t>
            </a:r>
            <a:endParaRPr lang="en-US" altLang="ko-KR" sz="7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9" name="직선 연결선 13">
            <a:extLst>
              <a:ext uri="{FF2B5EF4-FFF2-40B4-BE49-F238E27FC236}">
                <a16:creationId xmlns:a16="http://schemas.microsoft.com/office/drawing/2014/main" id="{935FC724-2933-D84F-ABAE-76EFC6BE7BE1}"/>
              </a:ext>
            </a:extLst>
          </p:cNvPr>
          <p:cNvCxnSpPr>
            <a:cxnSpLocks/>
          </p:cNvCxnSpPr>
          <p:nvPr userDrawn="1"/>
        </p:nvCxnSpPr>
        <p:spPr>
          <a:xfrm>
            <a:off x="634728" y="6097445"/>
            <a:ext cx="8633096" cy="0"/>
          </a:xfrm>
          <a:prstGeom prst="line">
            <a:avLst/>
          </a:prstGeom>
          <a:ln w="31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104876F-3333-FB4E-97F4-4BFB40C1F42A}"/>
              </a:ext>
            </a:extLst>
          </p:cNvPr>
          <p:cNvSpPr txBox="1"/>
          <p:nvPr userDrawn="1"/>
        </p:nvSpPr>
        <p:spPr>
          <a:xfrm>
            <a:off x="650113" y="6129779"/>
            <a:ext cx="350329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Copyright 2021 </a:t>
            </a:r>
            <a:r>
              <a:rPr lang="en-US" altLang="ko-KR" sz="700" b="1" dirty="0" err="1">
                <a:solidFill>
                  <a:schemeClr val="bg1">
                    <a:lumMod val="50000"/>
                  </a:schemeClr>
                </a:solidFill>
              </a:rPr>
              <a:t>ggulb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 err="1">
                <a:solidFill>
                  <a:schemeClr val="bg1">
                    <a:lumMod val="50000"/>
                  </a:schemeClr>
                </a:solidFill>
              </a:rPr>
              <a:t>inc.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 all right reserved. 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EE2E16-51A2-1C4F-B74F-EE74E82E91B8}"/>
              </a:ext>
            </a:extLst>
          </p:cNvPr>
          <p:cNvSpPr txBox="1"/>
          <p:nvPr userDrawn="1"/>
        </p:nvSpPr>
        <p:spPr>
          <a:xfrm>
            <a:off x="3623309" y="2952718"/>
            <a:ext cx="5644515" cy="473814"/>
          </a:xfrm>
          <a:prstGeom prst="rect">
            <a:avLst/>
          </a:prstGeom>
        </p:spPr>
        <p:txBody>
          <a:bodyPr vert="horz" wrap="none" lIns="90000" tIns="0" rIns="90000" bIns="0" rtlCol="0" anchor="ctr" anchorCtr="0">
            <a:noAutofit/>
          </a:bodyPr>
          <a:lstStyle>
            <a:lvl1pPr marL="108000" indent="0" algn="r" defTabSz="914400" latinLnBrk="1">
              <a:lnSpc>
                <a:spcPct val="90000"/>
              </a:lnSpc>
              <a:spcBef>
                <a:spcPct val="0"/>
              </a:spcBef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60000" lvl="0" indent="252000">
              <a:lnSpc>
                <a:spcPct val="100000"/>
              </a:lnSpc>
              <a:buFontTx/>
              <a:buBlip>
                <a:blip r:embed="rId6"/>
              </a:buBlip>
            </a:pPr>
            <a:r>
              <a:rPr lang="ko-KR" altLang="en-US" dirty="0">
                <a:solidFill>
                  <a:schemeClr val="tx1"/>
                </a:solidFill>
              </a:rPr>
              <a:t>감사합니다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8" name="그래픽 16">
            <a:extLst>
              <a:ext uri="{FF2B5EF4-FFF2-40B4-BE49-F238E27FC236}">
                <a16:creationId xmlns:a16="http://schemas.microsoft.com/office/drawing/2014/main" id="{CD333895-D863-A245-A8F4-28202EB2FCC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25295" y="2467175"/>
            <a:ext cx="2442529" cy="192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001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 커버_black"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래픽 16">
            <a:extLst>
              <a:ext uri="{FF2B5EF4-FFF2-40B4-BE49-F238E27FC236}">
                <a16:creationId xmlns:a16="http://schemas.microsoft.com/office/drawing/2014/main" id="{ABB85623-E1F7-DB43-BE07-CA2A45486B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25295" y="2467175"/>
            <a:ext cx="2442529" cy="19236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1224F25-1062-40E1-B296-9D6AA9AB3259}"/>
              </a:ext>
            </a:extLst>
          </p:cNvPr>
          <p:cNvSpPr txBox="1"/>
          <p:nvPr userDrawn="1"/>
        </p:nvSpPr>
        <p:spPr>
          <a:xfrm>
            <a:off x="3284600" y="6129779"/>
            <a:ext cx="5981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78940"/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[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주식회사 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꿀비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]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대전광역시 서구 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둔산대로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117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번길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102, 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아트벤쳐빌딩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403, 601  </a:t>
            </a:r>
          </a:p>
          <a:p>
            <a:pPr algn="r" defTabSz="478940"/>
            <a:r>
              <a:rPr lang="en-US" altLang="ko-KR" sz="700" b="1" dirty="0" err="1">
                <a:solidFill>
                  <a:schemeClr val="bg1">
                    <a:lumMod val="50000"/>
                  </a:schemeClr>
                </a:solidFill>
              </a:rPr>
              <a:t>www.ggulb.net</a:t>
            </a:r>
            <a:endParaRPr lang="en-US" altLang="ko-KR" sz="7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BA976625-57DF-4383-858D-8AD134B43C4B}"/>
              </a:ext>
            </a:extLst>
          </p:cNvPr>
          <p:cNvCxnSpPr>
            <a:cxnSpLocks/>
          </p:cNvCxnSpPr>
          <p:nvPr userDrawn="1"/>
        </p:nvCxnSpPr>
        <p:spPr>
          <a:xfrm>
            <a:off x="634728" y="6097445"/>
            <a:ext cx="8633096" cy="0"/>
          </a:xfrm>
          <a:prstGeom prst="line">
            <a:avLst/>
          </a:prstGeom>
          <a:ln w="31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7FB8719-21E9-4A22-B6FD-84E107B765DA}"/>
              </a:ext>
            </a:extLst>
          </p:cNvPr>
          <p:cNvSpPr txBox="1"/>
          <p:nvPr userDrawn="1"/>
        </p:nvSpPr>
        <p:spPr>
          <a:xfrm>
            <a:off x="650113" y="6129779"/>
            <a:ext cx="350329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Copyright 2021 </a:t>
            </a:r>
            <a:r>
              <a:rPr lang="en-US" altLang="ko-KR" sz="700" b="1" dirty="0" err="1">
                <a:solidFill>
                  <a:schemeClr val="bg1">
                    <a:lumMod val="50000"/>
                  </a:schemeClr>
                </a:solidFill>
              </a:rPr>
              <a:t>ggulb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 err="1">
                <a:solidFill>
                  <a:schemeClr val="bg1">
                    <a:lumMod val="50000"/>
                  </a:schemeClr>
                </a:solidFill>
              </a:rPr>
              <a:t>inc.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 all right reserved. 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E5FE82-2AC8-4547-91FA-4559FE9B64E3}"/>
              </a:ext>
            </a:extLst>
          </p:cNvPr>
          <p:cNvSpPr txBox="1"/>
          <p:nvPr userDrawn="1"/>
        </p:nvSpPr>
        <p:spPr>
          <a:xfrm>
            <a:off x="3623309" y="2952718"/>
            <a:ext cx="5644515" cy="473814"/>
          </a:xfrm>
          <a:prstGeom prst="rect">
            <a:avLst/>
          </a:prstGeom>
        </p:spPr>
        <p:txBody>
          <a:bodyPr vert="horz" wrap="none" lIns="90000" tIns="0" rIns="90000" bIns="0" rtlCol="0" anchor="ctr" anchorCtr="0">
            <a:noAutofit/>
          </a:bodyPr>
          <a:lstStyle>
            <a:lvl1pPr marL="108000" indent="0" algn="r" defTabSz="914400" latinLnBrk="1">
              <a:lnSpc>
                <a:spcPct val="90000"/>
              </a:lnSpc>
              <a:spcBef>
                <a:spcPct val="0"/>
              </a:spcBef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2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60000" lvl="0" indent="252000">
              <a:lnSpc>
                <a:spcPct val="100000"/>
              </a:lnSpc>
              <a:buFontTx/>
              <a:buBlip>
                <a:blip r:embed="rId5"/>
              </a:buBlip>
            </a:pPr>
            <a:r>
              <a:rPr lang="ko-KR" altLang="en-US" dirty="0">
                <a:solidFill>
                  <a:schemeClr val="bg1"/>
                </a:solidFill>
              </a:rPr>
              <a:t>감사합니다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D647A55-C009-42FE-91C7-9BF6F55118B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53600" y="3084597"/>
            <a:ext cx="805444" cy="2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607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" userDrawn="1">
          <p15:clr>
            <a:srgbClr val="FBAE40"/>
          </p15:clr>
        </p15:guide>
        <p15:guide id="2" pos="584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뒤 커버_명함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EC4196DC-551A-2243-B475-E5EB8F2BBA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65824" y="2548930"/>
            <a:ext cx="3238500" cy="1803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2D15549-AADE-DD48-A150-F44DB5AB3880}"/>
              </a:ext>
            </a:extLst>
          </p:cNvPr>
          <p:cNvSpPr txBox="1"/>
          <p:nvPr userDrawn="1"/>
        </p:nvSpPr>
        <p:spPr>
          <a:xfrm>
            <a:off x="494222" y="3621954"/>
            <a:ext cx="5644515" cy="473814"/>
          </a:xfrm>
          <a:prstGeom prst="rect">
            <a:avLst/>
          </a:prstGeom>
        </p:spPr>
        <p:txBody>
          <a:bodyPr vert="horz" wrap="none" lIns="90000" tIns="0" rIns="90000" bIns="0" rtlCol="0" anchor="ctr" anchorCtr="0">
            <a:noAutofit/>
          </a:bodyPr>
          <a:lstStyle>
            <a:lvl1pPr marL="108000" indent="0" algn="r" defTabSz="914400" latinLnBrk="1">
              <a:lnSpc>
                <a:spcPct val="90000"/>
              </a:lnSpc>
              <a:spcBef>
                <a:spcPct val="0"/>
              </a:spcBef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2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252000" algn="l">
              <a:lnSpc>
                <a:spcPct val="100000"/>
              </a:lnSpc>
              <a:buFontTx/>
              <a:buBlip>
                <a:blip r:embed="rId5"/>
              </a:buBlip>
            </a:pPr>
            <a:r>
              <a:rPr lang="ko-KR" altLang="en-US" dirty="0">
                <a:solidFill>
                  <a:schemeClr val="tx1"/>
                </a:solidFill>
              </a:rPr>
              <a:t>감사합니다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9" name="그래픽 18">
            <a:extLst>
              <a:ext uri="{FF2B5EF4-FFF2-40B4-BE49-F238E27FC236}">
                <a16:creationId xmlns:a16="http://schemas.microsoft.com/office/drawing/2014/main" id="{DD6AADCD-9375-9F40-8012-5005AC5E9AE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4728" y="3083400"/>
            <a:ext cx="804036" cy="21245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101E582-B090-0942-AD15-31C3A65329A9}"/>
              </a:ext>
            </a:extLst>
          </p:cNvPr>
          <p:cNvSpPr txBox="1"/>
          <p:nvPr userDrawn="1"/>
        </p:nvSpPr>
        <p:spPr>
          <a:xfrm>
            <a:off x="3284600" y="6129779"/>
            <a:ext cx="5981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78940"/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[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주식회사 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꿀비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]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대전광역시 서구 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둔산대로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117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번길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102, 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아트벤쳐빌딩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403, 601  </a:t>
            </a:r>
          </a:p>
          <a:p>
            <a:pPr algn="r" defTabSz="478940"/>
            <a:r>
              <a:rPr lang="en-US" altLang="ko-KR" sz="700" b="1" dirty="0" err="1">
                <a:solidFill>
                  <a:schemeClr val="bg1">
                    <a:lumMod val="50000"/>
                  </a:schemeClr>
                </a:solidFill>
              </a:rPr>
              <a:t>www.ggulb.net</a:t>
            </a:r>
            <a:endParaRPr lang="en-US" altLang="ko-KR" sz="7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1" name="직선 연결선 13">
            <a:extLst>
              <a:ext uri="{FF2B5EF4-FFF2-40B4-BE49-F238E27FC236}">
                <a16:creationId xmlns:a16="http://schemas.microsoft.com/office/drawing/2014/main" id="{604C9C26-A758-3746-A7F5-5A0E0460FA77}"/>
              </a:ext>
            </a:extLst>
          </p:cNvPr>
          <p:cNvCxnSpPr>
            <a:cxnSpLocks/>
          </p:cNvCxnSpPr>
          <p:nvPr userDrawn="1"/>
        </p:nvCxnSpPr>
        <p:spPr>
          <a:xfrm>
            <a:off x="634728" y="6097445"/>
            <a:ext cx="8633096" cy="0"/>
          </a:xfrm>
          <a:prstGeom prst="line">
            <a:avLst/>
          </a:prstGeom>
          <a:ln w="31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9083EBF-8CCE-FE4D-AD3C-E8D7F6AB9623}"/>
              </a:ext>
            </a:extLst>
          </p:cNvPr>
          <p:cNvSpPr txBox="1"/>
          <p:nvPr userDrawn="1"/>
        </p:nvSpPr>
        <p:spPr>
          <a:xfrm>
            <a:off x="650113" y="6129779"/>
            <a:ext cx="350329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Copyright 2021 </a:t>
            </a:r>
            <a:r>
              <a:rPr lang="en-US" altLang="ko-KR" sz="700" b="1" dirty="0" err="1">
                <a:solidFill>
                  <a:schemeClr val="bg1">
                    <a:lumMod val="50000"/>
                  </a:schemeClr>
                </a:solidFill>
              </a:rPr>
              <a:t>ggulb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 err="1">
                <a:solidFill>
                  <a:schemeClr val="bg1">
                    <a:lumMod val="50000"/>
                  </a:schemeClr>
                </a:solidFill>
              </a:rPr>
              <a:t>inc.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 all right reserved. 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985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뒤 커버_명함_black"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D647A55-C009-42FE-91C7-9BF6F55118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4728" y="3084597"/>
            <a:ext cx="805444" cy="21005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3B871C0-4E16-3E4A-AE9F-AC7B01ADEED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88560" y="-2127510"/>
            <a:ext cx="4800600" cy="16002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FF98355-9A81-234C-B874-55879D302CC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65824" y="2548930"/>
            <a:ext cx="3238500" cy="1803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EC52BF3-315F-DF42-B55D-DBFF46F55AB4}"/>
              </a:ext>
            </a:extLst>
          </p:cNvPr>
          <p:cNvSpPr txBox="1"/>
          <p:nvPr userDrawn="1"/>
        </p:nvSpPr>
        <p:spPr>
          <a:xfrm>
            <a:off x="494222" y="3621954"/>
            <a:ext cx="5644515" cy="473814"/>
          </a:xfrm>
          <a:prstGeom prst="rect">
            <a:avLst/>
          </a:prstGeom>
        </p:spPr>
        <p:txBody>
          <a:bodyPr vert="horz" wrap="none" lIns="90000" tIns="0" rIns="90000" bIns="0" rtlCol="0" anchor="ctr" anchorCtr="0">
            <a:noAutofit/>
          </a:bodyPr>
          <a:lstStyle>
            <a:lvl1pPr marL="108000" indent="0" algn="r" defTabSz="914400" latinLnBrk="1">
              <a:lnSpc>
                <a:spcPct val="90000"/>
              </a:lnSpc>
              <a:spcBef>
                <a:spcPct val="0"/>
              </a:spcBef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2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252000" algn="l">
              <a:lnSpc>
                <a:spcPct val="100000"/>
              </a:lnSpc>
              <a:buFontTx/>
              <a:buBlip>
                <a:blip r:embed="rId7"/>
              </a:buBlip>
            </a:pPr>
            <a:r>
              <a:rPr lang="ko-KR" altLang="en-US" dirty="0">
                <a:solidFill>
                  <a:schemeClr val="bg1"/>
                </a:solidFill>
              </a:rPr>
              <a:t>감사합니다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C6A956-CBBC-3645-BE6A-86606699DFCB}"/>
              </a:ext>
            </a:extLst>
          </p:cNvPr>
          <p:cNvSpPr txBox="1"/>
          <p:nvPr userDrawn="1"/>
        </p:nvSpPr>
        <p:spPr>
          <a:xfrm>
            <a:off x="3284600" y="6129779"/>
            <a:ext cx="5981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78940"/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[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주식회사 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꿀비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]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대전광역시 서구 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둔산대로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117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번길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102, 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아트벤쳐빌딩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403, 601  </a:t>
            </a:r>
          </a:p>
          <a:p>
            <a:pPr algn="r" defTabSz="478940"/>
            <a:r>
              <a:rPr lang="en-US" altLang="ko-KR" sz="700" b="1" dirty="0" err="1">
                <a:solidFill>
                  <a:schemeClr val="bg1">
                    <a:lumMod val="50000"/>
                  </a:schemeClr>
                </a:solidFill>
              </a:rPr>
              <a:t>www.ggulb.net</a:t>
            </a:r>
            <a:endParaRPr lang="en-US" altLang="ko-KR" sz="7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6" name="직선 연결선 13">
            <a:extLst>
              <a:ext uri="{FF2B5EF4-FFF2-40B4-BE49-F238E27FC236}">
                <a16:creationId xmlns:a16="http://schemas.microsoft.com/office/drawing/2014/main" id="{1068DDFF-F9EC-FC41-A6A4-0DF9154A3A8B}"/>
              </a:ext>
            </a:extLst>
          </p:cNvPr>
          <p:cNvCxnSpPr>
            <a:cxnSpLocks/>
          </p:cNvCxnSpPr>
          <p:nvPr userDrawn="1"/>
        </p:nvCxnSpPr>
        <p:spPr>
          <a:xfrm>
            <a:off x="634728" y="6097445"/>
            <a:ext cx="8633096" cy="0"/>
          </a:xfrm>
          <a:prstGeom prst="line">
            <a:avLst/>
          </a:prstGeom>
          <a:ln w="31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601C7B7-24BF-B145-A81D-EFA0F2B528FC}"/>
              </a:ext>
            </a:extLst>
          </p:cNvPr>
          <p:cNvSpPr txBox="1"/>
          <p:nvPr userDrawn="1"/>
        </p:nvSpPr>
        <p:spPr>
          <a:xfrm>
            <a:off x="650113" y="6129779"/>
            <a:ext cx="350329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Copyright 2021 </a:t>
            </a:r>
            <a:r>
              <a:rPr lang="en-US" altLang="ko-KR" sz="700" b="1" dirty="0" err="1">
                <a:solidFill>
                  <a:schemeClr val="bg1">
                    <a:lumMod val="50000"/>
                  </a:schemeClr>
                </a:solidFill>
              </a:rPr>
              <a:t>ggulb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700" b="1" dirty="0" err="1">
                <a:solidFill>
                  <a:schemeClr val="bg1">
                    <a:lumMod val="50000"/>
                  </a:schemeClr>
                </a:solidFill>
              </a:rPr>
              <a:t>inc.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 all right reserved. 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420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무지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래픽 8">
            <a:extLst>
              <a:ext uri="{FF2B5EF4-FFF2-40B4-BE49-F238E27FC236}">
                <a16:creationId xmlns:a16="http://schemas.microsoft.com/office/drawing/2014/main" id="{5747D4DE-8BE5-4F2A-83F7-9966ADC7B0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134" t="54524"/>
          <a:stretch/>
        </p:blipFill>
        <p:spPr>
          <a:xfrm>
            <a:off x="-1" y="0"/>
            <a:ext cx="1032221" cy="543188"/>
          </a:xfrm>
          <a:prstGeom prst="rect">
            <a:avLst/>
          </a:prstGeom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D372050A-9B73-F144-AD23-D0D195613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48340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C841EA8-9C99-2849-9358-DCD86D0401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48340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12420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문서 개요 &amp; 개정 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래픽 8">
            <a:extLst>
              <a:ext uri="{FF2B5EF4-FFF2-40B4-BE49-F238E27FC236}">
                <a16:creationId xmlns:a16="http://schemas.microsoft.com/office/drawing/2014/main" id="{5747D4DE-8BE5-4F2A-83F7-9966ADC7B0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134" t="54524"/>
          <a:stretch/>
        </p:blipFill>
        <p:spPr>
          <a:xfrm>
            <a:off x="-1" y="0"/>
            <a:ext cx="1032221" cy="543188"/>
          </a:xfrm>
          <a:prstGeom prst="rect">
            <a:avLst/>
          </a:prstGeom>
        </p:spPr>
      </p:pic>
      <p:graphicFrame>
        <p:nvGraphicFramePr>
          <p:cNvPr id="5" name="표 11">
            <a:extLst>
              <a:ext uri="{FF2B5EF4-FFF2-40B4-BE49-F238E27FC236}">
                <a16:creationId xmlns:a16="http://schemas.microsoft.com/office/drawing/2014/main" id="{57A411BB-EEF7-584E-A0F9-F064C842A412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956330676"/>
              </p:ext>
            </p:extLst>
          </p:nvPr>
        </p:nvGraphicFramePr>
        <p:xfrm>
          <a:off x="139486" y="1030567"/>
          <a:ext cx="9639514" cy="1194600"/>
        </p:xfrm>
        <a:graphic>
          <a:graphicData uri="http://schemas.openxmlformats.org/drawingml/2006/table">
            <a:tbl>
              <a:tblPr firstRow="1" firstCol="1" lastRow="1" lastCol="1">
                <a:tableStyleId>{8799B23B-EC83-4686-B30A-512413B5E67A}</a:tableStyleId>
              </a:tblPr>
              <a:tblGrid>
                <a:gridCol w="2061457">
                  <a:extLst>
                    <a:ext uri="{9D8B030D-6E8A-4147-A177-3AD203B41FA5}">
                      <a16:colId xmlns:a16="http://schemas.microsoft.com/office/drawing/2014/main" val="2537275398"/>
                    </a:ext>
                  </a:extLst>
                </a:gridCol>
                <a:gridCol w="7578057">
                  <a:extLst>
                    <a:ext uri="{9D8B030D-6E8A-4147-A177-3AD203B41FA5}">
                      <a16:colId xmlns:a16="http://schemas.microsoft.com/office/drawing/2014/main" val="2553372595"/>
                    </a:ext>
                  </a:extLst>
                </a:gridCol>
              </a:tblGrid>
              <a:tr h="199100">
                <a:tc>
                  <a:txBody>
                    <a:bodyPr/>
                    <a:lstStyle/>
                    <a:p>
                      <a:pPr lvl="0" algn="l"/>
                      <a:r>
                        <a:rPr lang="ko-Kore-KR" altLang="en-US" sz="8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프로젝트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명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98417" marR="62218" marT="31190" marB="311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ko-Kore-KR" altLang="en-US" sz="800" b="0" dirty="0"/>
                    </a:p>
                  </a:txBody>
                  <a:tcPr marL="108000" marR="62218" marT="31190" marB="3119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353526"/>
                  </a:ext>
                </a:extLst>
              </a:tr>
              <a:tr h="199100">
                <a:tc>
                  <a:txBody>
                    <a:bodyPr/>
                    <a:lstStyle/>
                    <a:p>
                      <a:pPr lvl="0" algn="l"/>
                      <a:r>
                        <a:rPr lang="ko-Kore-KR" altLang="en-US" sz="8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시스템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명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98417" marR="62218" marT="31190" marB="311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ko-Kore-KR" altLang="en-US" sz="800" b="0" dirty="0"/>
                    </a:p>
                  </a:txBody>
                  <a:tcPr marL="108000" marR="62218" marT="31190" marB="3119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814435"/>
                  </a:ext>
                </a:extLst>
              </a:tr>
              <a:tr h="199100">
                <a:tc>
                  <a:txBody>
                    <a:bodyPr/>
                    <a:lstStyle/>
                    <a:p>
                      <a:pPr lvl="0" algn="l"/>
                      <a:r>
                        <a:rPr lang="ko-Kore-KR" altLang="en-US" sz="8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단계</a:t>
                      </a:r>
                    </a:p>
                  </a:txBody>
                  <a:tcPr marL="198417" marR="62218" marT="31190" marB="311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ko-Kore-KR" altLang="en-US" sz="800" b="0" dirty="0"/>
                    </a:p>
                  </a:txBody>
                  <a:tcPr marL="108000" marR="62218" marT="31190" marB="3119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493161"/>
                  </a:ext>
                </a:extLst>
              </a:tr>
              <a:tr h="199100">
                <a:tc>
                  <a:txBody>
                    <a:bodyPr/>
                    <a:lstStyle/>
                    <a:p>
                      <a:pPr lvl="0" algn="l"/>
                      <a:r>
                        <a:rPr lang="ko-Kore-KR" altLang="en-US" sz="8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산출물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명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98417" marR="62218" marT="31190" marB="311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ko-Kore-KR" altLang="en-US" sz="800" b="0" dirty="0"/>
                    </a:p>
                  </a:txBody>
                  <a:tcPr marL="108000" marR="62218" marT="31190" marB="3119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475590"/>
                  </a:ext>
                </a:extLst>
              </a:tr>
              <a:tr h="199100">
                <a:tc>
                  <a:txBody>
                    <a:bodyPr/>
                    <a:lstStyle/>
                    <a:p>
                      <a:pPr lvl="0" algn="l"/>
                      <a:r>
                        <a:rPr lang="ko-Kore-KR" altLang="en-US" sz="8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작성일</a:t>
                      </a:r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자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98417" marR="62218" marT="31190" marB="311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" altLang="ko-Kore-KR" sz="800" b="0" dirty="0"/>
                        <a:t>YYYY.MM.DD.</a:t>
                      </a:r>
                    </a:p>
                  </a:txBody>
                  <a:tcPr marL="108000" marR="62218" marT="31190" marB="3119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785163"/>
                  </a:ext>
                </a:extLst>
              </a:tr>
              <a:tr h="199100">
                <a:tc>
                  <a:txBody>
                    <a:bodyPr/>
                    <a:lstStyle/>
                    <a:p>
                      <a:pPr lvl="0" algn="l"/>
                      <a:r>
                        <a:rPr lang="ko-Kore-KR" altLang="en-US" sz="8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버전</a:t>
                      </a:r>
                    </a:p>
                  </a:txBody>
                  <a:tcPr marL="198417" marR="62218" marT="31190" marB="311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ko-Kore-KR" sz="800" b="0" dirty="0"/>
                        <a:t>0</a:t>
                      </a:r>
                      <a:r>
                        <a:rPr lang="en-US" altLang="ko-KR" sz="800" b="0" dirty="0"/>
                        <a:t>.0.1</a:t>
                      </a:r>
                      <a:endParaRPr lang="ko-Kore-KR" altLang="en-US" sz="800" b="0" dirty="0"/>
                    </a:p>
                  </a:txBody>
                  <a:tcPr marL="108000" marR="62218" marT="31190" marB="3119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58056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20AE7BD3-E76F-594B-B2C8-76CEEDDDB223}"/>
              </a:ext>
            </a:extLst>
          </p:cNvPr>
          <p:cNvGrpSpPr/>
          <p:nvPr userDrawn="1"/>
        </p:nvGrpSpPr>
        <p:grpSpPr>
          <a:xfrm>
            <a:off x="160224" y="730631"/>
            <a:ext cx="850959" cy="230832"/>
            <a:chOff x="611188" y="2307530"/>
            <a:chExt cx="850959" cy="230832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4D28960E-485C-A54F-A675-771390779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1188" y="2340396"/>
              <a:ext cx="165100" cy="1651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1849E85-54E1-B040-BC54-2BFDAA2FA117}"/>
                </a:ext>
              </a:extLst>
            </p:cNvPr>
            <p:cNvSpPr txBox="1"/>
            <p:nvPr/>
          </p:nvSpPr>
          <p:spPr>
            <a:xfrm>
              <a:off x="775741" y="2307530"/>
              <a:ext cx="6864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/>
                <a:t>문서 개요</a:t>
              </a:r>
            </a:p>
          </p:txBody>
        </p:sp>
      </p:grpSp>
      <p:graphicFrame>
        <p:nvGraphicFramePr>
          <p:cNvPr id="12" name="표 19">
            <a:extLst>
              <a:ext uri="{FF2B5EF4-FFF2-40B4-BE49-F238E27FC236}">
                <a16:creationId xmlns:a16="http://schemas.microsoft.com/office/drawing/2014/main" id="{50257B15-2858-924A-AB83-3818B42243EE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029020935"/>
              </p:ext>
            </p:extLst>
          </p:nvPr>
        </p:nvGraphicFramePr>
        <p:xfrm>
          <a:off x="128588" y="2853084"/>
          <a:ext cx="9658871" cy="535388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634716">
                  <a:extLst>
                    <a:ext uri="{9D8B030D-6E8A-4147-A177-3AD203B41FA5}">
                      <a16:colId xmlns:a16="http://schemas.microsoft.com/office/drawing/2014/main" val="168222491"/>
                    </a:ext>
                  </a:extLst>
                </a:gridCol>
                <a:gridCol w="1090696">
                  <a:extLst>
                    <a:ext uri="{9D8B030D-6E8A-4147-A177-3AD203B41FA5}">
                      <a16:colId xmlns:a16="http://schemas.microsoft.com/office/drawing/2014/main" val="899168643"/>
                    </a:ext>
                  </a:extLst>
                </a:gridCol>
                <a:gridCol w="6258044">
                  <a:extLst>
                    <a:ext uri="{9D8B030D-6E8A-4147-A177-3AD203B41FA5}">
                      <a16:colId xmlns:a16="http://schemas.microsoft.com/office/drawing/2014/main" val="2032176580"/>
                    </a:ext>
                  </a:extLst>
                </a:gridCol>
                <a:gridCol w="837251">
                  <a:extLst>
                    <a:ext uri="{9D8B030D-6E8A-4147-A177-3AD203B41FA5}">
                      <a16:colId xmlns:a16="http://schemas.microsoft.com/office/drawing/2014/main" val="4012380240"/>
                    </a:ext>
                  </a:extLst>
                </a:gridCol>
                <a:gridCol w="838164">
                  <a:extLst>
                    <a:ext uri="{9D8B030D-6E8A-4147-A177-3AD203B41FA5}">
                      <a16:colId xmlns:a16="http://schemas.microsoft.com/office/drawing/2014/main" val="1261303043"/>
                    </a:ext>
                  </a:extLst>
                </a:gridCol>
              </a:tblGrid>
              <a:tr h="223200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버전</a:t>
                      </a:r>
                    </a:p>
                  </a:txBody>
                  <a:tcPr marL="62380" marR="62380" marT="50398" marB="50398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변경일</a:t>
                      </a:r>
                    </a:p>
                  </a:txBody>
                  <a:tcPr marL="62380" marR="62380" marT="50398" marB="50398" anchor="ctr">
                    <a:lnL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변경</a:t>
                      </a:r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내용</a:t>
                      </a:r>
                      <a:endParaRPr lang="ko-Kore-KR" altLang="en-US" sz="800" b="1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2380" marR="62380" marT="50398" marB="50398" anchor="ctr">
                    <a:lnL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작성자</a:t>
                      </a:r>
                      <a:endParaRPr lang="ko-Kore-KR" altLang="en-US" sz="800" b="1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2380" marR="62380" marT="50398" marB="50398" anchor="ctr">
                    <a:lnL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승인</a:t>
                      </a:r>
                      <a:endParaRPr lang="ko-Kore-KR" altLang="en-US" sz="800" b="1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2380" marR="62380" marT="50398" marB="50398" anchor="ctr">
                    <a:lnL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126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en-US" sz="600" b="0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0.0</a:t>
                      </a:r>
                      <a:r>
                        <a:rPr lang="en-US" altLang="ko-KR" sz="600" b="0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.1</a:t>
                      </a:r>
                      <a:endParaRPr lang="ko-Kore-KR" altLang="en-US" sz="600" b="0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2380" marR="62380" marT="50398" marB="50398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600" b="0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2021.02.09</a:t>
                      </a:r>
                      <a:r>
                        <a:rPr lang="en-US" altLang="ko-KR" sz="600" b="0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.</a:t>
                      </a:r>
                      <a:endParaRPr lang="ko-Kore-KR" altLang="en-US" sz="600" b="0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2380" marR="62380" marT="50398" marB="50398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Arial" panose="020B0604020202020204" pitchFamily="34" charset="0"/>
                        <a:buChar char="•"/>
                        <a:tabLst>
                          <a:tab pos="0" algn="r"/>
                          <a:tab pos="85725" algn="l"/>
                        </a:tabLst>
                        <a:defRPr/>
                      </a:pPr>
                      <a:r>
                        <a:rPr lang="ko-KR" altLang="en-US" sz="600" b="1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내용을 적어주세요</a:t>
                      </a:r>
                      <a:br>
                        <a:rPr lang="en-US" altLang="ko-KR" sz="600" b="1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</a:br>
                      <a:r>
                        <a:rPr lang="en-US" altLang="ko-KR" sz="600" b="1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- </a:t>
                      </a:r>
                      <a:r>
                        <a:rPr lang="ko-KR" alt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상세내용을 적어주세요</a:t>
                      </a:r>
                      <a:endParaRPr lang="en-US" altLang="ko-KR" sz="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80" marR="62380" marT="50398" marB="50398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600" b="0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이름</a:t>
                      </a:r>
                      <a:endParaRPr lang="ko-Kore-KR" altLang="en-US" sz="600" b="0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2380" marR="62380" marT="50398" marB="50398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600" b="0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이름</a:t>
                      </a:r>
                      <a:endParaRPr lang="ko-Kore-KR" altLang="en-US" sz="600" b="0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2380" marR="198417" marT="50398" marB="50398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6855562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02843888-C461-1047-9362-C5DAF31E10BD}"/>
              </a:ext>
            </a:extLst>
          </p:cNvPr>
          <p:cNvGrpSpPr/>
          <p:nvPr userDrawn="1"/>
        </p:nvGrpSpPr>
        <p:grpSpPr>
          <a:xfrm>
            <a:off x="153891" y="2553148"/>
            <a:ext cx="856897" cy="230832"/>
            <a:chOff x="611188" y="2307530"/>
            <a:chExt cx="856897" cy="230832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CC441A7E-0BC7-0646-A297-C01AF7C13B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1188" y="2340396"/>
              <a:ext cx="165100" cy="1651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0C1EE3F-3973-F442-8D86-A27B4BA9D155}"/>
                </a:ext>
              </a:extLst>
            </p:cNvPr>
            <p:cNvSpPr txBox="1"/>
            <p:nvPr/>
          </p:nvSpPr>
          <p:spPr>
            <a:xfrm>
              <a:off x="781679" y="2307530"/>
              <a:ext cx="6864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/>
                <a:t>개정 이력</a:t>
              </a:r>
            </a:p>
          </p:txBody>
        </p: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C43B48E7-05BE-5745-A0EF-01E811ABFF5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513754" y="2673082"/>
            <a:ext cx="265246" cy="14337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C14AF50-8DC8-0943-BCAC-BFF2E74BD64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214218" y="2675642"/>
            <a:ext cx="258077" cy="14337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E8B85B4-A305-5149-A2F8-5D028D0478A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024768" y="3096319"/>
            <a:ext cx="265246" cy="143376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0150BCF8-B924-D24B-8F04-0BE7F9DC3431}"/>
              </a:ext>
            </a:extLst>
          </p:cNvPr>
          <p:cNvSpPr/>
          <p:nvPr userDrawn="1"/>
        </p:nvSpPr>
        <p:spPr>
          <a:xfrm>
            <a:off x="5687568" y="5534419"/>
            <a:ext cx="4085640" cy="72298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150000"/>
              </a:lnSpc>
            </a:pPr>
            <a:r>
              <a:rPr kumimoji="1" lang="ko-KR" altLang="en-US" sz="1200" b="1" dirty="0"/>
              <a:t>기본으로 제공되는 문서입니다</a:t>
            </a:r>
            <a:r>
              <a:rPr kumimoji="1" lang="en-US" altLang="ko-KR" sz="1200" b="1" dirty="0"/>
              <a:t>.</a:t>
            </a:r>
            <a:br>
              <a:rPr kumimoji="1" lang="en-US" altLang="ko-KR" sz="1200" b="1" dirty="0"/>
            </a:br>
            <a:r>
              <a:rPr kumimoji="1" lang="ko-KR" altLang="en-US" sz="1200" b="1" dirty="0"/>
              <a:t>페이지 유실되었을 시 본 페이지를 복사해 사용해 주세요</a:t>
            </a:r>
            <a:r>
              <a:rPr kumimoji="1" lang="en-US" altLang="ko-KR" sz="1200" b="1" dirty="0"/>
              <a:t>.</a:t>
            </a:r>
            <a:endParaRPr kumimoji="1" lang="ko-Kore-KR" altLang="en-US" sz="1200" b="1" dirty="0"/>
          </a:p>
        </p:txBody>
      </p:sp>
      <p:sp>
        <p:nvSpPr>
          <p:cNvPr id="21" name="슬라이드 번호 개체 틀 3">
            <a:extLst>
              <a:ext uri="{FF2B5EF4-FFF2-40B4-BE49-F238E27FC236}">
                <a16:creationId xmlns:a16="http://schemas.microsoft.com/office/drawing/2014/main" id="{0DA29F76-72CF-104A-899C-DA0CCCD41C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48340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590E1294-B91F-4041-8BD4-EA4B6AB00B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48340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5677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정 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래픽 8">
            <a:extLst>
              <a:ext uri="{FF2B5EF4-FFF2-40B4-BE49-F238E27FC236}">
                <a16:creationId xmlns:a16="http://schemas.microsoft.com/office/drawing/2014/main" id="{5747D4DE-8BE5-4F2A-83F7-9966ADC7B0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134" t="54524"/>
          <a:stretch/>
        </p:blipFill>
        <p:spPr>
          <a:xfrm>
            <a:off x="-1" y="0"/>
            <a:ext cx="1032221" cy="543188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1DB3C61F-D299-4441-AD25-E10F8955C588}"/>
              </a:ext>
            </a:extLst>
          </p:cNvPr>
          <p:cNvGrpSpPr/>
          <p:nvPr userDrawn="1"/>
        </p:nvGrpSpPr>
        <p:grpSpPr>
          <a:xfrm>
            <a:off x="160224" y="730631"/>
            <a:ext cx="850959" cy="230832"/>
            <a:chOff x="611188" y="2307530"/>
            <a:chExt cx="850959" cy="230832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E98492DC-9DB7-DD46-8A11-272D530C9F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1188" y="2340396"/>
              <a:ext cx="165100" cy="1651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6DF9F7C-F416-4F44-94AB-1311D0020D62}"/>
                </a:ext>
              </a:extLst>
            </p:cNvPr>
            <p:cNvSpPr txBox="1"/>
            <p:nvPr/>
          </p:nvSpPr>
          <p:spPr>
            <a:xfrm>
              <a:off x="775741" y="2307530"/>
              <a:ext cx="6864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/>
                <a:t>개정 이력</a:t>
              </a:r>
            </a:p>
          </p:txBody>
        </p:sp>
      </p:grpSp>
      <p:pic>
        <p:nvPicPr>
          <p:cNvPr id="28" name="그림 27">
            <a:extLst>
              <a:ext uri="{FF2B5EF4-FFF2-40B4-BE49-F238E27FC236}">
                <a16:creationId xmlns:a16="http://schemas.microsoft.com/office/drawing/2014/main" id="{00A2841E-9C88-384F-A3A3-56F4EC62271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513754" y="855191"/>
            <a:ext cx="265246" cy="143376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BE5C5226-6B25-004C-B6C2-CD39D8D8156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214218" y="857751"/>
            <a:ext cx="258077" cy="143376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2707CDE3-BE44-9A40-93AE-D0520CEAD82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024768" y="1278428"/>
            <a:ext cx="265246" cy="143376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7C56220D-7CC1-A842-84C7-7E2E2CACB70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024768" y="1487434"/>
            <a:ext cx="265246" cy="143376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00EE9E5D-AB89-DC46-9998-B2178BB134AA}"/>
              </a:ext>
            </a:extLst>
          </p:cNvPr>
          <p:cNvSpPr/>
          <p:nvPr userDrawn="1"/>
        </p:nvSpPr>
        <p:spPr>
          <a:xfrm>
            <a:off x="128588" y="1644311"/>
            <a:ext cx="4085640" cy="72298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kumimoji="1" lang="ko-KR" altLang="en-US" sz="1200" b="1" dirty="0"/>
              <a:t>기본으로 제공되는 문서입니다</a:t>
            </a:r>
            <a:r>
              <a:rPr kumimoji="1" lang="en-US" altLang="ko-KR" sz="1200" b="1" dirty="0"/>
              <a:t>.</a:t>
            </a:r>
            <a:br>
              <a:rPr kumimoji="1" lang="en-US" altLang="ko-KR" sz="1200" b="1" dirty="0"/>
            </a:br>
            <a:r>
              <a:rPr kumimoji="1" lang="ko-KR" altLang="en-US" sz="1200" b="1" dirty="0"/>
              <a:t>페이지 유실되었을 시 본 페이지를 복사해 사용해 주세요</a:t>
            </a:r>
            <a:r>
              <a:rPr kumimoji="1" lang="en-US" altLang="ko-KR" sz="1200" b="1" dirty="0"/>
              <a:t>.</a:t>
            </a:r>
            <a:endParaRPr kumimoji="1" lang="ko-Kore-KR" altLang="en-US" sz="1200" b="1" dirty="0"/>
          </a:p>
        </p:txBody>
      </p:sp>
      <p:sp>
        <p:nvSpPr>
          <p:cNvPr id="15" name="슬라이드 번호 개체 틀 3">
            <a:extLst>
              <a:ext uri="{FF2B5EF4-FFF2-40B4-BE49-F238E27FC236}">
                <a16:creationId xmlns:a16="http://schemas.microsoft.com/office/drawing/2014/main" id="{B4022B5C-BF43-594F-8649-8798756ED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48340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EE3E0F3D-264F-EC4B-AD5B-E0137F6D5D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48340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  <p:graphicFrame>
        <p:nvGraphicFramePr>
          <p:cNvPr id="17" name="표 19">
            <a:extLst>
              <a:ext uri="{FF2B5EF4-FFF2-40B4-BE49-F238E27FC236}">
                <a16:creationId xmlns:a16="http://schemas.microsoft.com/office/drawing/2014/main" id="{E382A0A2-CA93-AE4F-BA12-ECB69EDBEA72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939601789"/>
              </p:ext>
            </p:extLst>
          </p:nvPr>
        </p:nvGraphicFramePr>
        <p:xfrm>
          <a:off x="128588" y="1035193"/>
          <a:ext cx="9658871" cy="535388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634716">
                  <a:extLst>
                    <a:ext uri="{9D8B030D-6E8A-4147-A177-3AD203B41FA5}">
                      <a16:colId xmlns:a16="http://schemas.microsoft.com/office/drawing/2014/main" val="168222491"/>
                    </a:ext>
                  </a:extLst>
                </a:gridCol>
                <a:gridCol w="1090696">
                  <a:extLst>
                    <a:ext uri="{9D8B030D-6E8A-4147-A177-3AD203B41FA5}">
                      <a16:colId xmlns:a16="http://schemas.microsoft.com/office/drawing/2014/main" val="899168643"/>
                    </a:ext>
                  </a:extLst>
                </a:gridCol>
                <a:gridCol w="6258044">
                  <a:extLst>
                    <a:ext uri="{9D8B030D-6E8A-4147-A177-3AD203B41FA5}">
                      <a16:colId xmlns:a16="http://schemas.microsoft.com/office/drawing/2014/main" val="2032176580"/>
                    </a:ext>
                  </a:extLst>
                </a:gridCol>
                <a:gridCol w="837251">
                  <a:extLst>
                    <a:ext uri="{9D8B030D-6E8A-4147-A177-3AD203B41FA5}">
                      <a16:colId xmlns:a16="http://schemas.microsoft.com/office/drawing/2014/main" val="4012380240"/>
                    </a:ext>
                  </a:extLst>
                </a:gridCol>
                <a:gridCol w="838164">
                  <a:extLst>
                    <a:ext uri="{9D8B030D-6E8A-4147-A177-3AD203B41FA5}">
                      <a16:colId xmlns:a16="http://schemas.microsoft.com/office/drawing/2014/main" val="1261303043"/>
                    </a:ext>
                  </a:extLst>
                </a:gridCol>
              </a:tblGrid>
              <a:tr h="223200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버전</a:t>
                      </a:r>
                    </a:p>
                  </a:txBody>
                  <a:tcPr marL="62380" marR="62380" marT="50398" marB="50398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변경일</a:t>
                      </a:r>
                    </a:p>
                  </a:txBody>
                  <a:tcPr marL="62380" marR="62380" marT="50398" marB="50398" anchor="ctr">
                    <a:lnL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변경</a:t>
                      </a:r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내용</a:t>
                      </a:r>
                      <a:endParaRPr lang="ko-Kore-KR" altLang="en-US" sz="800" b="1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2380" marR="62380" marT="50398" marB="50398" anchor="ctr">
                    <a:lnL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작성자</a:t>
                      </a:r>
                      <a:endParaRPr lang="ko-Kore-KR" altLang="en-US" sz="800" b="1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2380" marR="62380" marT="50398" marB="50398" anchor="ctr">
                    <a:lnL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승인</a:t>
                      </a:r>
                      <a:endParaRPr lang="ko-Kore-KR" altLang="en-US" sz="800" b="1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2380" marR="62380" marT="50398" marB="50398" anchor="ctr">
                    <a:lnL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126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en-US" sz="600" b="0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0.0</a:t>
                      </a:r>
                      <a:r>
                        <a:rPr lang="en-US" altLang="ko-KR" sz="600" b="0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.1</a:t>
                      </a:r>
                      <a:endParaRPr lang="ko-Kore-KR" altLang="en-US" sz="600" b="0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2380" marR="62380" marT="50398" marB="50398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600" b="0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2021.02.09</a:t>
                      </a:r>
                      <a:r>
                        <a:rPr lang="en-US" altLang="ko-KR" sz="600" b="0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.</a:t>
                      </a:r>
                      <a:endParaRPr lang="ko-Kore-KR" altLang="en-US" sz="600" b="0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2380" marR="62380" marT="50398" marB="50398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Arial" panose="020B0604020202020204" pitchFamily="34" charset="0"/>
                        <a:buChar char="•"/>
                        <a:tabLst>
                          <a:tab pos="0" algn="r"/>
                          <a:tab pos="85725" algn="l"/>
                        </a:tabLst>
                        <a:defRPr/>
                      </a:pPr>
                      <a:r>
                        <a:rPr lang="ko-KR" altLang="en-US" sz="600" b="1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내용을 적어주세요</a:t>
                      </a:r>
                      <a:br>
                        <a:rPr lang="en-US" altLang="ko-KR" sz="600" b="1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</a:br>
                      <a:r>
                        <a:rPr lang="en-US" altLang="ko-KR" sz="600" b="1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- </a:t>
                      </a:r>
                      <a:r>
                        <a:rPr lang="ko-KR" altLang="en-US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상세내용을 적어주세요</a:t>
                      </a:r>
                      <a:endParaRPr lang="en-US" altLang="ko-KR" sz="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80" marR="62380" marT="50398" marB="50398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600" b="0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이름</a:t>
                      </a:r>
                      <a:endParaRPr lang="ko-Kore-KR" altLang="en-US" sz="600" b="0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2380" marR="62380" marT="50398" marB="50398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600" b="0" dirty="0">
                          <a:solidFill>
                            <a:srgbClr val="10101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이름</a:t>
                      </a:r>
                      <a:endParaRPr lang="ko-Kore-KR" altLang="en-US" sz="600" b="0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2380" marR="198417" marT="50398" marB="50398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6855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4731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white(이거써주세요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타원 15">
            <a:extLst>
              <a:ext uri="{FF2B5EF4-FFF2-40B4-BE49-F238E27FC236}">
                <a16:creationId xmlns:a16="http://schemas.microsoft.com/office/drawing/2014/main" id="{EF5CA770-5B3B-1B4D-B4E0-15796F2AAC35}"/>
              </a:ext>
            </a:extLst>
          </p:cNvPr>
          <p:cNvSpPr/>
          <p:nvPr userDrawn="1"/>
        </p:nvSpPr>
        <p:spPr>
          <a:xfrm>
            <a:off x="4931407" y="2200578"/>
            <a:ext cx="64324" cy="593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2263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E1821C-7C79-0242-9B9A-BEA96A98FD9D}"/>
              </a:ext>
            </a:extLst>
          </p:cNvPr>
          <p:cNvSpPr txBox="1"/>
          <p:nvPr userDrawn="1"/>
        </p:nvSpPr>
        <p:spPr>
          <a:xfrm>
            <a:off x="4380429" y="2318631"/>
            <a:ext cx="1166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 spc="0" dirty="0">
                <a:latin typeface="+mj-ea"/>
                <a:ea typeface="+mj-ea"/>
              </a:rPr>
              <a:t>Contents</a:t>
            </a:r>
            <a:endParaRPr lang="ko-KR" altLang="en-US" sz="1800" b="1" spc="0" dirty="0">
              <a:latin typeface="+mj-ea"/>
              <a:ea typeface="+mj-ea"/>
            </a:endParaRP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CEEFFE8E-C45C-534B-B6FD-1B62940944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48340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565C632-0851-774F-9608-07DCDB1777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48340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1909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97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테이블복사용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6DE7A16-F56E-0743-80A2-88C536183763}"/>
              </a:ext>
            </a:extLst>
          </p:cNvPr>
          <p:cNvSpPr/>
          <p:nvPr userDrawn="1"/>
        </p:nvSpPr>
        <p:spPr>
          <a:xfrm>
            <a:off x="137054" y="336713"/>
            <a:ext cx="5042223" cy="7907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kumimoji="1" lang="ko-KR" altLang="en-US" sz="1500" b="1" dirty="0"/>
              <a:t>본 마스터는 테이블 </a:t>
            </a:r>
            <a:r>
              <a:rPr kumimoji="1" lang="ko-KR" altLang="en-US" sz="1500" b="1" dirty="0" err="1"/>
              <a:t>복사용으로</a:t>
            </a:r>
            <a:r>
              <a:rPr kumimoji="1" lang="ko-KR" altLang="en-US" sz="1500" b="1" dirty="0"/>
              <a:t> 만들어져</a:t>
            </a:r>
            <a:r>
              <a:rPr kumimoji="1" lang="en-US" altLang="ko-KR" sz="1500" b="1" dirty="0"/>
              <a:t>,</a:t>
            </a:r>
          </a:p>
          <a:p>
            <a:pPr algn="l">
              <a:lnSpc>
                <a:spcPct val="150000"/>
              </a:lnSpc>
            </a:pPr>
            <a:r>
              <a:rPr kumimoji="1" lang="ko-KR" altLang="en-US" sz="1500" b="1" dirty="0"/>
              <a:t>앞장에 테이블을 복사해 함께 사용해 주세요</a:t>
            </a:r>
            <a:r>
              <a:rPr kumimoji="1" lang="en-US" altLang="ko-KR" sz="1500" b="1" dirty="0"/>
              <a:t>.</a:t>
            </a:r>
            <a:endParaRPr kumimoji="1" lang="ko-Kore-KR" altLang="en-US" sz="1500" b="1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2E00E778-A615-C841-A1F4-02762C09A0CE}"/>
              </a:ext>
            </a:extLst>
          </p:cNvPr>
          <p:cNvSpPr/>
          <p:nvPr userDrawn="1"/>
        </p:nvSpPr>
        <p:spPr>
          <a:xfrm>
            <a:off x="4931407" y="2200578"/>
            <a:ext cx="64324" cy="593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2263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09CC1C-E297-5B4E-BBD2-2A137219DACB}"/>
              </a:ext>
            </a:extLst>
          </p:cNvPr>
          <p:cNvSpPr txBox="1"/>
          <p:nvPr userDrawn="1"/>
        </p:nvSpPr>
        <p:spPr>
          <a:xfrm>
            <a:off x="4380429" y="2318631"/>
            <a:ext cx="1166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 dirty="0">
                <a:latin typeface="+mj-ea"/>
                <a:ea typeface="+mj-ea"/>
              </a:rPr>
              <a:t>Contents</a:t>
            </a:r>
            <a:endParaRPr lang="ko-KR" altLang="en-US" sz="1800" b="1" dirty="0">
              <a:latin typeface="+mj-ea"/>
              <a:ea typeface="+mj-ea"/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8F3A689E-FEB7-CD46-B345-8971E9AF171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64276486"/>
              </p:ext>
            </p:extLst>
          </p:nvPr>
        </p:nvGraphicFramePr>
        <p:xfrm>
          <a:off x="2335569" y="2946759"/>
          <a:ext cx="5256000" cy="140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290595421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548218831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70398807"/>
                    </a:ext>
                  </a:extLst>
                </a:gridCol>
              </a:tblGrid>
              <a:tr h="219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쪽번호</a:t>
                      </a: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제목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비고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716825"/>
                  </a:ext>
                </a:extLst>
              </a:tr>
              <a:tr h="195764">
                <a:tc rowSpan="2"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177931"/>
                  </a:ext>
                </a:extLst>
              </a:tr>
              <a:tr h="195764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6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0" marR="56443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284116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034535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362684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27757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300472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FEB6FCC5-DA5B-C143-9F75-647652758AAA}"/>
              </a:ext>
            </a:extLst>
          </p:cNvPr>
          <p:cNvGrpSpPr/>
          <p:nvPr userDrawn="1"/>
        </p:nvGrpSpPr>
        <p:grpSpPr>
          <a:xfrm>
            <a:off x="9906000" y="2946759"/>
            <a:ext cx="1572016" cy="2383054"/>
            <a:chOff x="6858001" y="1590806"/>
            <a:chExt cx="1572016" cy="2383054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A1E6536-DAC4-804F-8CEB-6CC7389E85DA}"/>
                </a:ext>
              </a:extLst>
            </p:cNvPr>
            <p:cNvSpPr/>
            <p:nvPr userDrawn="1"/>
          </p:nvSpPr>
          <p:spPr>
            <a:xfrm>
              <a:off x="6858001" y="1590806"/>
              <a:ext cx="1572016" cy="2383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24677CB2-D82C-594D-AF45-5A68944AFDB2}"/>
                </a:ext>
              </a:extLst>
            </p:cNvPr>
            <p:cNvGrpSpPr/>
            <p:nvPr userDrawn="1"/>
          </p:nvGrpSpPr>
          <p:grpSpPr>
            <a:xfrm>
              <a:off x="6929711" y="2838837"/>
              <a:ext cx="1499128" cy="896527"/>
              <a:chOff x="6929711" y="3986993"/>
              <a:chExt cx="1499128" cy="896527"/>
            </a:xfrm>
          </p:grpSpPr>
          <p:pic>
            <p:nvPicPr>
              <p:cNvPr id="14" name="그림 13">
                <a:extLst>
                  <a:ext uri="{FF2B5EF4-FFF2-40B4-BE49-F238E27FC236}">
                    <a16:creationId xmlns:a16="http://schemas.microsoft.com/office/drawing/2014/main" id="{44DA1B83-8318-2B4E-939A-E5EF64A44E1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7506699" y="4283981"/>
                <a:ext cx="640984" cy="146893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3007946-FBAD-6542-94EE-3E57F1C2BB0C}"/>
                  </a:ext>
                </a:extLst>
              </p:cNvPr>
              <p:cNvSpPr txBox="1"/>
              <p:nvPr userDrawn="1"/>
            </p:nvSpPr>
            <p:spPr>
              <a:xfrm>
                <a:off x="6929711" y="3986993"/>
                <a:ext cx="1499128" cy="8965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내부 세로선 및 셀 </a:t>
                </a:r>
                <a:r>
                  <a:rPr kumimoji="1" lang="ko-KR" altLang="en-US" sz="900" b="1" dirty="0" err="1"/>
                  <a:t>분할선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종류 </a:t>
                </a:r>
                <a:r>
                  <a:rPr kumimoji="1" lang="en-US" altLang="ko-KR" sz="900" b="1" dirty="0"/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두께 </a:t>
                </a:r>
                <a:r>
                  <a:rPr kumimoji="1" lang="en-US" altLang="ko-KR" sz="900" b="1" dirty="0"/>
                  <a:t>: ½ </a:t>
                </a:r>
                <a:r>
                  <a:rPr kumimoji="1" lang="en-US" altLang="ko-KR" sz="900" b="1" dirty="0" err="1"/>
                  <a:t>pt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색상 </a:t>
                </a:r>
                <a:r>
                  <a:rPr kumimoji="1" lang="en-US" altLang="ko-KR" sz="900" b="1" dirty="0"/>
                  <a:t>: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231,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231,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231</a:t>
                </a:r>
                <a:endParaRPr kumimoji="1" lang="ko-Kore-KR" altLang="en-US" sz="900" b="1" dirty="0"/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49D41EBF-086F-D540-9426-7E08EFE55411}"/>
                </a:ext>
              </a:extLst>
            </p:cNvPr>
            <p:cNvGrpSpPr/>
            <p:nvPr userDrawn="1"/>
          </p:nvGrpSpPr>
          <p:grpSpPr>
            <a:xfrm>
              <a:off x="6929711" y="1710137"/>
              <a:ext cx="1293944" cy="896527"/>
              <a:chOff x="6929711" y="1710137"/>
              <a:chExt cx="1293944" cy="896527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16247F3-2721-6140-A0BC-3268706268C1}"/>
                  </a:ext>
                </a:extLst>
              </p:cNvPr>
              <p:cNvSpPr txBox="1"/>
              <p:nvPr userDrawn="1"/>
            </p:nvSpPr>
            <p:spPr>
              <a:xfrm>
                <a:off x="6929711" y="1710137"/>
                <a:ext cx="1293944" cy="8965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내부</a:t>
                </a:r>
                <a:r>
                  <a:rPr kumimoji="1" lang="en-US" altLang="ko-KR" sz="900" b="1" dirty="0"/>
                  <a:t> </a:t>
                </a:r>
                <a:r>
                  <a:rPr kumimoji="1" lang="ko-KR" altLang="en-US" sz="900" b="1" dirty="0"/>
                  <a:t>가로선</a:t>
                </a:r>
                <a:r>
                  <a:rPr kumimoji="1" lang="en-US" altLang="ko-KR" sz="900" b="1" dirty="0"/>
                  <a:t>(yellow)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종류 </a:t>
                </a:r>
                <a:r>
                  <a:rPr kumimoji="1" lang="en-US" altLang="ko-KR" sz="900" b="1" dirty="0"/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두께 </a:t>
                </a:r>
                <a:r>
                  <a:rPr kumimoji="1" lang="en-US" altLang="ko-KR" sz="900" b="1" dirty="0"/>
                  <a:t>: ½ </a:t>
                </a:r>
                <a:r>
                  <a:rPr kumimoji="1" lang="en-US" altLang="ko-KR" sz="900" b="1" dirty="0" err="1"/>
                  <a:t>pt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색상 </a:t>
                </a:r>
                <a:r>
                  <a:rPr kumimoji="1" lang="en-US" altLang="ko-KR" sz="900" b="1" dirty="0"/>
                  <a:t>: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255,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166,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0</a:t>
                </a:r>
                <a:endParaRPr kumimoji="1" lang="ko-Kore-KR" altLang="en-US" sz="900" b="1" dirty="0"/>
              </a:p>
            </p:txBody>
          </p:sp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64CF6D00-66B7-3345-91C5-16936CD76F2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7506759" y="2031961"/>
                <a:ext cx="640863" cy="100707"/>
              </a:xfrm>
              <a:prstGeom prst="rect">
                <a:avLst/>
              </a:prstGeom>
            </p:spPr>
          </p:pic>
        </p:grpSp>
      </p:grpSp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BC9CA631-C527-AB4D-A85A-786C66A25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48340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937F68CA-AD8D-2A4A-B12E-5647D1146A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48340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3144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97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_white(이거써주세요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래픽 4">
            <a:extLst>
              <a:ext uri="{FF2B5EF4-FFF2-40B4-BE49-F238E27FC236}">
                <a16:creationId xmlns:a16="http://schemas.microsoft.com/office/drawing/2014/main" id="{82B5C7FF-09B7-7B4A-B83D-C1A20454FC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2096" y="3096887"/>
            <a:ext cx="1442490" cy="1135990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B887BDA2-8DCC-4542-A635-EB2F3162FDF5}"/>
              </a:ext>
            </a:extLst>
          </p:cNvPr>
          <p:cNvSpPr/>
          <p:nvPr userDrawn="1"/>
        </p:nvSpPr>
        <p:spPr>
          <a:xfrm>
            <a:off x="2010709" y="3429001"/>
            <a:ext cx="64324" cy="593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2263"/>
          </a:p>
        </p:txBody>
      </p:sp>
      <p:sp>
        <p:nvSpPr>
          <p:cNvPr id="14" name="텍스트 개체 틀 11">
            <a:extLst>
              <a:ext uri="{FF2B5EF4-FFF2-40B4-BE49-F238E27FC236}">
                <a16:creationId xmlns:a16="http://schemas.microsoft.com/office/drawing/2014/main" id="{45021AC9-370B-704E-9F9E-81781C7E51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0322" y="2680040"/>
            <a:ext cx="1253177" cy="1061829"/>
          </a:xfrm>
        </p:spPr>
        <p:txBody>
          <a:bodyPr wrap="none" lIns="0" tIns="0" rIns="0" bIns="0" anchor="ctr">
            <a:noAutofit/>
          </a:bodyPr>
          <a:lstStyle>
            <a:lvl1pPr marL="108000" indent="0">
              <a:buNone/>
              <a:defRPr sz="7000">
                <a:solidFill>
                  <a:schemeClr val="accent2"/>
                </a:solidFill>
                <a:latin typeface="+mj-ea"/>
                <a:ea typeface="+mj-ea"/>
              </a:defRPr>
            </a:lvl1pPr>
            <a:lvl2pPr marL="360000" indent="0">
              <a:buNone/>
              <a:defRPr/>
            </a:lvl2pPr>
            <a:lvl3pPr marL="576000" indent="0">
              <a:buNone/>
              <a:defRPr/>
            </a:lvl3pPr>
            <a:lvl4pPr marL="720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kumimoji="1" lang="en-US" altLang="ko-KR" dirty="0"/>
              <a:t>00</a:t>
            </a:r>
            <a:endParaRPr kumimoji="1" lang="ko-Kore-KR" altLang="en-US" dirty="0"/>
          </a:p>
        </p:txBody>
      </p:sp>
      <p:sp>
        <p:nvSpPr>
          <p:cNvPr id="16" name="텍스트 개체 틀 11">
            <a:extLst>
              <a:ext uri="{FF2B5EF4-FFF2-40B4-BE49-F238E27FC236}">
                <a16:creationId xmlns:a16="http://schemas.microsoft.com/office/drawing/2014/main" id="{BBAAF30E-27DD-5C47-970A-F9075E28584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140" y="3821236"/>
            <a:ext cx="2269494" cy="366304"/>
          </a:xfrm>
        </p:spPr>
        <p:txBody>
          <a:bodyPr wrap="none" lIns="0" tIns="0" rIns="0" bIns="0" anchor="ctr">
            <a:noAutofit/>
          </a:bodyPr>
          <a:lstStyle>
            <a:lvl1pPr marL="1080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j-ea"/>
                <a:ea typeface="+mj-ea"/>
              </a:defRPr>
            </a:lvl1pPr>
            <a:lvl2pPr marL="360000" indent="0">
              <a:buNone/>
              <a:defRPr/>
            </a:lvl2pPr>
            <a:lvl3pPr marL="576000" indent="0">
              <a:buNone/>
              <a:defRPr/>
            </a:lvl3pPr>
            <a:lvl4pPr marL="720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kumimoji="1" lang="ko-KR" altLang="en-US" dirty="0"/>
              <a:t>제목을 적어주세요</a:t>
            </a:r>
            <a:r>
              <a:rPr kumimoji="1" lang="en-US" altLang="ko-KR" dirty="0"/>
              <a:t>.</a:t>
            </a:r>
            <a:endParaRPr kumimoji="1" lang="ko-Kore-KR" altLang="en-US" dirty="0"/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78D1DA02-D80B-BC47-A7D5-BE34F4A8F5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48340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274ACC1-7ED4-A241-BD8F-6F4DB49C3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48340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81283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_white(테이블 복사용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4BBDA83-082D-1F48-A3AD-6A5A6A29F12D}"/>
              </a:ext>
            </a:extLst>
          </p:cNvPr>
          <p:cNvSpPr/>
          <p:nvPr userDrawn="1"/>
        </p:nvSpPr>
        <p:spPr>
          <a:xfrm>
            <a:off x="137054" y="342898"/>
            <a:ext cx="5042223" cy="86978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kumimoji="1" lang="ko-KR" altLang="en-US" sz="1500" b="1" dirty="0"/>
              <a:t>본 마스터는 테이블 </a:t>
            </a:r>
            <a:r>
              <a:rPr kumimoji="1" lang="ko-KR" altLang="en-US" sz="1500" b="1" dirty="0" err="1"/>
              <a:t>복사용으로</a:t>
            </a:r>
            <a:r>
              <a:rPr kumimoji="1" lang="ko-KR" altLang="en-US" sz="1500" b="1" dirty="0"/>
              <a:t> 만들어져</a:t>
            </a:r>
            <a:r>
              <a:rPr kumimoji="1" lang="en-US" altLang="ko-KR" sz="1500" b="1" dirty="0"/>
              <a:t>,</a:t>
            </a:r>
          </a:p>
          <a:p>
            <a:pPr algn="l">
              <a:lnSpc>
                <a:spcPct val="150000"/>
              </a:lnSpc>
            </a:pPr>
            <a:r>
              <a:rPr kumimoji="1" lang="ko-KR" altLang="en-US" sz="1500" b="1" dirty="0"/>
              <a:t>앞장에 테이블을 복사해 함께 사용해 주세요</a:t>
            </a:r>
            <a:r>
              <a:rPr kumimoji="1" lang="en-US" altLang="ko-KR" sz="1500" b="1" dirty="0"/>
              <a:t>.</a:t>
            </a:r>
            <a:endParaRPr kumimoji="1" lang="ko-Kore-KR" altLang="en-US" sz="1500" b="1" dirty="0"/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54B176CB-A702-F94C-86D1-220572E394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2096" y="3096887"/>
            <a:ext cx="1442490" cy="1135990"/>
          </a:xfrm>
          <a:prstGeom prst="rect">
            <a:avLst/>
          </a:prstGeom>
        </p:spPr>
      </p:pic>
      <p:sp>
        <p:nvSpPr>
          <p:cNvPr id="16" name="타원 15">
            <a:extLst>
              <a:ext uri="{FF2B5EF4-FFF2-40B4-BE49-F238E27FC236}">
                <a16:creationId xmlns:a16="http://schemas.microsoft.com/office/drawing/2014/main" id="{3F938E96-F78B-BA4C-B00A-910C56E0D0E4}"/>
              </a:ext>
            </a:extLst>
          </p:cNvPr>
          <p:cNvSpPr/>
          <p:nvPr userDrawn="1"/>
        </p:nvSpPr>
        <p:spPr>
          <a:xfrm>
            <a:off x="2010709" y="3429001"/>
            <a:ext cx="64324" cy="593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2263"/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6E474ED7-6742-A244-BC75-2CBB15A1156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66801273"/>
              </p:ext>
            </p:extLst>
          </p:nvPr>
        </p:nvGraphicFramePr>
        <p:xfrm>
          <a:off x="3862742" y="2749909"/>
          <a:ext cx="5203900" cy="1403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546">
                  <a:extLst>
                    <a:ext uri="{9D8B030D-6E8A-4147-A177-3AD203B41FA5}">
                      <a16:colId xmlns:a16="http://schemas.microsoft.com/office/drawing/2014/main" val="3290595421"/>
                    </a:ext>
                  </a:extLst>
                </a:gridCol>
                <a:gridCol w="4735354">
                  <a:extLst>
                    <a:ext uri="{9D8B030D-6E8A-4147-A177-3AD203B41FA5}">
                      <a16:colId xmlns:a16="http://schemas.microsoft.com/office/drawing/2014/main" val="548218831"/>
                    </a:ext>
                  </a:extLst>
                </a:gridCol>
              </a:tblGrid>
              <a:tr h="219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쪽번호</a:t>
                      </a: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제목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716825"/>
                  </a:ext>
                </a:extLst>
              </a:tr>
              <a:tr h="391528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177931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034535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362684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27757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300472"/>
                  </a:ext>
                </a:extLst>
              </a:tr>
            </a:tbl>
          </a:graphicData>
        </a:graphic>
      </p:graphicFrame>
      <p:grpSp>
        <p:nvGrpSpPr>
          <p:cNvPr id="11" name="그룹 10">
            <a:extLst>
              <a:ext uri="{FF2B5EF4-FFF2-40B4-BE49-F238E27FC236}">
                <a16:creationId xmlns:a16="http://schemas.microsoft.com/office/drawing/2014/main" id="{4F4B0A02-C145-EF4A-AA7C-FDB841A26CE1}"/>
              </a:ext>
            </a:extLst>
          </p:cNvPr>
          <p:cNvGrpSpPr/>
          <p:nvPr userDrawn="1"/>
        </p:nvGrpSpPr>
        <p:grpSpPr>
          <a:xfrm>
            <a:off x="9906000" y="2749909"/>
            <a:ext cx="1572016" cy="2383054"/>
            <a:chOff x="6858001" y="1590806"/>
            <a:chExt cx="1572016" cy="2383054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921193C-0D25-974D-9B7C-3A60E2CC167A}"/>
                </a:ext>
              </a:extLst>
            </p:cNvPr>
            <p:cNvSpPr/>
            <p:nvPr userDrawn="1"/>
          </p:nvSpPr>
          <p:spPr>
            <a:xfrm>
              <a:off x="6858001" y="1590806"/>
              <a:ext cx="1572016" cy="2383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C07C2E3C-887D-834A-B655-A30C54AE3B4A}"/>
                </a:ext>
              </a:extLst>
            </p:cNvPr>
            <p:cNvGrpSpPr/>
            <p:nvPr userDrawn="1"/>
          </p:nvGrpSpPr>
          <p:grpSpPr>
            <a:xfrm>
              <a:off x="6929711" y="2838837"/>
              <a:ext cx="1499128" cy="896527"/>
              <a:chOff x="6929711" y="3986993"/>
              <a:chExt cx="1499128" cy="896527"/>
            </a:xfrm>
          </p:grpSpPr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97C24512-1D1E-CE4E-9FFB-4559497288A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7506699" y="4283981"/>
                <a:ext cx="640984" cy="146893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A210771-BE49-4E49-A806-83E14F412369}"/>
                  </a:ext>
                </a:extLst>
              </p:cNvPr>
              <p:cNvSpPr txBox="1"/>
              <p:nvPr userDrawn="1"/>
            </p:nvSpPr>
            <p:spPr>
              <a:xfrm>
                <a:off x="6929711" y="3986993"/>
                <a:ext cx="1499128" cy="8965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내부 세로선 및 셀 </a:t>
                </a:r>
                <a:r>
                  <a:rPr kumimoji="1" lang="ko-KR" altLang="en-US" sz="900" b="1" dirty="0" err="1"/>
                  <a:t>분할선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종류 </a:t>
                </a:r>
                <a:r>
                  <a:rPr kumimoji="1" lang="en-US" altLang="ko-KR" sz="900" b="1" dirty="0"/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두께 </a:t>
                </a:r>
                <a:r>
                  <a:rPr kumimoji="1" lang="en-US" altLang="ko-KR" sz="900" b="1" dirty="0"/>
                  <a:t>: ½ </a:t>
                </a:r>
                <a:r>
                  <a:rPr kumimoji="1" lang="en-US" altLang="ko-KR" sz="900" b="1" dirty="0" err="1"/>
                  <a:t>pt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색상 </a:t>
                </a:r>
                <a:r>
                  <a:rPr kumimoji="1" lang="en-US" altLang="ko-KR" sz="900" b="1" dirty="0"/>
                  <a:t>: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231,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231,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231</a:t>
                </a:r>
                <a:endParaRPr kumimoji="1" lang="ko-Kore-KR" altLang="en-US" sz="900" b="1" dirty="0"/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236444A3-5317-094F-9A85-A29944688C35}"/>
                </a:ext>
              </a:extLst>
            </p:cNvPr>
            <p:cNvGrpSpPr/>
            <p:nvPr userDrawn="1"/>
          </p:nvGrpSpPr>
          <p:grpSpPr>
            <a:xfrm>
              <a:off x="6929711" y="1710137"/>
              <a:ext cx="1293944" cy="896527"/>
              <a:chOff x="6929711" y="1710137"/>
              <a:chExt cx="1293944" cy="896527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95D3499-D749-614D-8D35-6A667F4AD33F}"/>
                  </a:ext>
                </a:extLst>
              </p:cNvPr>
              <p:cNvSpPr txBox="1"/>
              <p:nvPr userDrawn="1"/>
            </p:nvSpPr>
            <p:spPr>
              <a:xfrm>
                <a:off x="6929711" y="1710137"/>
                <a:ext cx="1293944" cy="8965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내부</a:t>
                </a:r>
                <a:r>
                  <a:rPr kumimoji="1" lang="en-US" altLang="ko-KR" sz="900" b="1" dirty="0"/>
                  <a:t> </a:t>
                </a:r>
                <a:r>
                  <a:rPr kumimoji="1" lang="ko-KR" altLang="en-US" sz="900" b="1" dirty="0"/>
                  <a:t>가로선</a:t>
                </a:r>
                <a:r>
                  <a:rPr kumimoji="1" lang="en-US" altLang="ko-KR" sz="900" b="1" dirty="0"/>
                  <a:t>(yellow)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종류 </a:t>
                </a:r>
                <a:r>
                  <a:rPr kumimoji="1" lang="en-US" altLang="ko-KR" sz="900" b="1" dirty="0"/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두께 </a:t>
                </a:r>
                <a:r>
                  <a:rPr kumimoji="1" lang="en-US" altLang="ko-KR" sz="900" b="1" dirty="0"/>
                  <a:t>: ½ </a:t>
                </a:r>
                <a:r>
                  <a:rPr kumimoji="1" lang="en-US" altLang="ko-KR" sz="900" b="1" dirty="0" err="1"/>
                  <a:t>pt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색상 </a:t>
                </a:r>
                <a:r>
                  <a:rPr kumimoji="1" lang="en-US" altLang="ko-KR" sz="900" b="1" dirty="0"/>
                  <a:t>: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255,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166,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0</a:t>
                </a:r>
                <a:endParaRPr kumimoji="1" lang="ko-Kore-KR" altLang="en-US" sz="900" b="1" dirty="0"/>
              </a:p>
            </p:txBody>
          </p:sp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A844A7CC-0E0E-FE44-905E-7EC29F6BC1A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7506759" y="2031961"/>
                <a:ext cx="640863" cy="100707"/>
              </a:xfrm>
              <a:prstGeom prst="rect">
                <a:avLst/>
              </a:prstGeom>
            </p:spPr>
          </p:pic>
        </p:grpSp>
      </p:grpSp>
      <p:sp>
        <p:nvSpPr>
          <p:cNvPr id="23" name="텍스트 개체 틀 11">
            <a:extLst>
              <a:ext uri="{FF2B5EF4-FFF2-40B4-BE49-F238E27FC236}">
                <a16:creationId xmlns:a16="http://schemas.microsoft.com/office/drawing/2014/main" id="{BA8ACA35-71D6-4D4C-9BDE-286E81B1F76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0322" y="2680040"/>
            <a:ext cx="1253177" cy="1061829"/>
          </a:xfrm>
        </p:spPr>
        <p:txBody>
          <a:bodyPr wrap="none" lIns="0" tIns="0" rIns="0" bIns="0" anchor="ctr">
            <a:noAutofit/>
          </a:bodyPr>
          <a:lstStyle>
            <a:lvl1pPr marL="108000" indent="0">
              <a:buNone/>
              <a:defRPr sz="7000">
                <a:solidFill>
                  <a:schemeClr val="accent2"/>
                </a:solidFill>
                <a:latin typeface="+mj-ea"/>
                <a:ea typeface="+mj-ea"/>
              </a:defRPr>
            </a:lvl1pPr>
            <a:lvl2pPr marL="360000" indent="0">
              <a:buNone/>
              <a:defRPr/>
            </a:lvl2pPr>
            <a:lvl3pPr marL="576000" indent="0">
              <a:buNone/>
              <a:defRPr/>
            </a:lvl3pPr>
            <a:lvl4pPr marL="720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kumimoji="1" lang="en-US" altLang="ko-KR" dirty="0"/>
              <a:t>00</a:t>
            </a:r>
            <a:endParaRPr kumimoji="1" lang="ko-Kore-KR" altLang="en-US" dirty="0"/>
          </a:p>
        </p:txBody>
      </p:sp>
      <p:sp>
        <p:nvSpPr>
          <p:cNvPr id="24" name="텍스트 개체 틀 11">
            <a:extLst>
              <a:ext uri="{FF2B5EF4-FFF2-40B4-BE49-F238E27FC236}">
                <a16:creationId xmlns:a16="http://schemas.microsoft.com/office/drawing/2014/main" id="{25E3F400-4A0B-E942-90DB-F50475CA1AE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140" y="3821236"/>
            <a:ext cx="2269494" cy="366304"/>
          </a:xfrm>
        </p:spPr>
        <p:txBody>
          <a:bodyPr wrap="none" lIns="0" tIns="0" rIns="0" bIns="0" anchor="ctr">
            <a:noAutofit/>
          </a:bodyPr>
          <a:lstStyle>
            <a:lvl1pPr marL="1080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j-ea"/>
                <a:ea typeface="+mj-ea"/>
              </a:defRPr>
            </a:lvl1pPr>
            <a:lvl2pPr marL="360000" indent="0">
              <a:buNone/>
              <a:defRPr/>
            </a:lvl2pPr>
            <a:lvl3pPr marL="576000" indent="0">
              <a:buNone/>
              <a:defRPr/>
            </a:lvl3pPr>
            <a:lvl4pPr marL="720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kumimoji="1" lang="ko-KR" altLang="en-US" dirty="0"/>
              <a:t>제목을 적어주세요</a:t>
            </a:r>
            <a:r>
              <a:rPr kumimoji="1" lang="en-US" altLang="ko-KR" dirty="0"/>
              <a:t>.</a:t>
            </a:r>
            <a:endParaRPr kumimoji="1" lang="ko-Kore-KR" altLang="en-US" dirty="0"/>
          </a:p>
        </p:txBody>
      </p:sp>
      <p:sp>
        <p:nvSpPr>
          <p:cNvPr id="25" name="슬라이드 번호 개체 틀 3">
            <a:extLst>
              <a:ext uri="{FF2B5EF4-FFF2-40B4-BE49-F238E27FC236}">
                <a16:creationId xmlns:a16="http://schemas.microsoft.com/office/drawing/2014/main" id="{DF69EF03-1DB5-9942-BA25-4E5273982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48340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F7E10065-3A23-F64A-BD5B-DAFA587C4D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48340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68703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래픽 4">
            <a:extLst>
              <a:ext uri="{FF2B5EF4-FFF2-40B4-BE49-F238E27FC236}">
                <a16:creationId xmlns:a16="http://schemas.microsoft.com/office/drawing/2014/main" id="{A81253D1-5892-4C74-A791-6ABACEF90D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134" t="54524"/>
          <a:stretch/>
        </p:blipFill>
        <p:spPr>
          <a:xfrm>
            <a:off x="-1" y="0"/>
            <a:ext cx="1032221" cy="543188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0BDA820C-45D9-460F-8E69-1C14D405199E}"/>
              </a:ext>
            </a:extLst>
          </p:cNvPr>
          <p:cNvSpPr/>
          <p:nvPr userDrawn="1"/>
        </p:nvSpPr>
        <p:spPr>
          <a:xfrm>
            <a:off x="1602517" y="813750"/>
            <a:ext cx="64324" cy="593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2263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919293-FE39-4495-A809-3E54793218B7}"/>
              </a:ext>
            </a:extLst>
          </p:cNvPr>
          <p:cNvSpPr txBox="1"/>
          <p:nvPr userDrawn="1"/>
        </p:nvSpPr>
        <p:spPr>
          <a:xfrm>
            <a:off x="454819" y="533664"/>
            <a:ext cx="1145442" cy="3638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764" b="1" dirty="0">
                <a:latin typeface="+mj-ea"/>
                <a:ea typeface="+mj-ea"/>
              </a:rPr>
              <a:t>Contents</a:t>
            </a:r>
            <a:endParaRPr lang="ko-KR" altLang="en-US" sz="1764" b="1" dirty="0">
              <a:latin typeface="+mj-ea"/>
              <a:ea typeface="+mj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712A381-40C4-4E95-BC40-6D0EDD6FC276}"/>
              </a:ext>
            </a:extLst>
          </p:cNvPr>
          <p:cNvSpPr/>
          <p:nvPr userDrawn="1"/>
        </p:nvSpPr>
        <p:spPr>
          <a:xfrm>
            <a:off x="4218703" y="1499"/>
            <a:ext cx="5228166" cy="8731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3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D528BCA-1A6D-4B43-A594-F97B8EFAA93D}"/>
              </a:ext>
            </a:extLst>
          </p:cNvPr>
          <p:cNvSpPr/>
          <p:nvPr userDrawn="1"/>
        </p:nvSpPr>
        <p:spPr>
          <a:xfrm>
            <a:off x="4218703" y="63973"/>
            <a:ext cx="5228166" cy="8091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3"/>
          </a:p>
        </p:txBody>
      </p:sp>
      <p:sp>
        <p:nvSpPr>
          <p:cNvPr id="10" name="텍스트 개체 틀 7">
            <a:extLst>
              <a:ext uri="{FF2B5EF4-FFF2-40B4-BE49-F238E27FC236}">
                <a16:creationId xmlns:a16="http://schemas.microsoft.com/office/drawing/2014/main" id="{0AB98DBB-5E1E-4273-8D93-2C40652D23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4531" y="188913"/>
            <a:ext cx="4681273" cy="194027"/>
          </a:xfrm>
        </p:spPr>
        <p:txBody>
          <a:bodyPr>
            <a:spAutoFit/>
          </a:bodyPr>
          <a:lstStyle>
            <a:lvl1pPr marL="108000" indent="0" algn="r">
              <a:buNone/>
              <a:defRPr sz="661"/>
            </a:lvl1pPr>
          </a:lstStyle>
          <a:p>
            <a:pPr lvl="0"/>
            <a:r>
              <a:rPr lang="ko-KR" altLang="en-US" dirty="0"/>
              <a:t>서비스명</a:t>
            </a:r>
          </a:p>
        </p:txBody>
      </p:sp>
      <p:sp>
        <p:nvSpPr>
          <p:cNvPr id="11" name="내용 개체 틀 12">
            <a:extLst>
              <a:ext uri="{FF2B5EF4-FFF2-40B4-BE49-F238E27FC236}">
                <a16:creationId xmlns:a16="http://schemas.microsoft.com/office/drawing/2014/main" id="{F68D2B2F-C37F-4EFA-8F34-41F45FB8F18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64530" y="374298"/>
            <a:ext cx="4681273" cy="194027"/>
          </a:xfrm>
        </p:spPr>
        <p:txBody>
          <a:bodyPr>
            <a:spAutoFit/>
          </a:bodyPr>
          <a:lstStyle>
            <a:lvl1pPr marL="108000" indent="0" algn="r">
              <a:buNone/>
              <a:defRPr sz="661"/>
            </a:lvl1pPr>
          </a:lstStyle>
          <a:p>
            <a:pPr lvl="0"/>
            <a:r>
              <a:rPr lang="ko-KR" altLang="en-US" dirty="0"/>
              <a:t>사업명</a:t>
            </a:r>
          </a:p>
        </p:txBody>
      </p:sp>
      <p:sp>
        <p:nvSpPr>
          <p:cNvPr id="12" name="텍스트 개체 틀 14">
            <a:extLst>
              <a:ext uri="{FF2B5EF4-FFF2-40B4-BE49-F238E27FC236}">
                <a16:creationId xmlns:a16="http://schemas.microsoft.com/office/drawing/2014/main" id="{2087B327-4FAF-49B8-B223-7EFF645911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64530" y="552116"/>
            <a:ext cx="4681272" cy="228076"/>
          </a:xfrm>
        </p:spPr>
        <p:txBody>
          <a:bodyPr wrap="square">
            <a:spAutoFit/>
          </a:bodyPr>
          <a:lstStyle>
            <a:lvl1pPr marL="108000" indent="0" algn="r">
              <a:buNone/>
              <a:defRPr lang="ko-KR" altLang="en-US" sz="882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ko-KR" altLang="en-US" dirty="0" err="1"/>
              <a:t>문서명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E2D1CF1-1158-4DAA-83BA-45F01B3D2C46}"/>
              </a:ext>
            </a:extLst>
          </p:cNvPr>
          <p:cNvSpPr/>
          <p:nvPr userDrawn="1"/>
        </p:nvSpPr>
        <p:spPr>
          <a:xfrm>
            <a:off x="4218702" y="0"/>
            <a:ext cx="5234860" cy="471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3"/>
          </a:p>
        </p:txBody>
      </p:sp>
      <p:sp>
        <p:nvSpPr>
          <p:cNvPr id="22" name="슬라이드 번호 개체 틀 3">
            <a:extLst>
              <a:ext uri="{FF2B5EF4-FFF2-40B4-BE49-F238E27FC236}">
                <a16:creationId xmlns:a16="http://schemas.microsoft.com/office/drawing/2014/main" id="{89AF56C8-3FD2-4368-841B-4AF606CD89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63838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B917E93-F8D3-43D8-8558-B062C6737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54708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/>
              <a:t>아키텍쳐 정의서 </a:t>
            </a:r>
            <a:r>
              <a:rPr lang="en-US" altLang="ko-KR"/>
              <a:t>/ </a:t>
            </a:r>
            <a:r>
              <a:rPr lang="ko-KR" altLang="en-US"/>
              <a:t>시스템명 </a:t>
            </a:r>
            <a:r>
              <a:rPr lang="en-US" altLang="ko-KR"/>
              <a:t>/ </a:t>
            </a:r>
            <a:r>
              <a:rPr lang="ko-KR" altLang="en-US"/>
              <a:t>사업명 </a:t>
            </a:r>
            <a:endParaRPr lang="ko-KR" altLang="en-US" dirty="0"/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B7FE469C-FA93-F24B-B246-CE27FFD32AC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55608825"/>
              </p:ext>
            </p:extLst>
          </p:nvPr>
        </p:nvGraphicFramePr>
        <p:xfrm>
          <a:off x="4218703" y="1132702"/>
          <a:ext cx="5228166" cy="1403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731">
                  <a:extLst>
                    <a:ext uri="{9D8B030D-6E8A-4147-A177-3AD203B41FA5}">
                      <a16:colId xmlns:a16="http://schemas.microsoft.com/office/drawing/2014/main" val="3290595421"/>
                    </a:ext>
                  </a:extLst>
                </a:gridCol>
                <a:gridCol w="4757435">
                  <a:extLst>
                    <a:ext uri="{9D8B030D-6E8A-4147-A177-3AD203B41FA5}">
                      <a16:colId xmlns:a16="http://schemas.microsoft.com/office/drawing/2014/main" val="548218831"/>
                    </a:ext>
                  </a:extLst>
                </a:gridCol>
              </a:tblGrid>
              <a:tr h="219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쪽번호</a:t>
                      </a: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제목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716825"/>
                  </a:ext>
                </a:extLst>
              </a:tr>
              <a:tr h="391528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177931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034535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362684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27757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300472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33C6AE87-F28D-FD49-867B-27F91A4E4A6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6868490"/>
              </p:ext>
            </p:extLst>
          </p:nvPr>
        </p:nvGraphicFramePr>
        <p:xfrm>
          <a:off x="4218703" y="2734890"/>
          <a:ext cx="5228166" cy="1403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731">
                  <a:extLst>
                    <a:ext uri="{9D8B030D-6E8A-4147-A177-3AD203B41FA5}">
                      <a16:colId xmlns:a16="http://schemas.microsoft.com/office/drawing/2014/main" val="3290595421"/>
                    </a:ext>
                  </a:extLst>
                </a:gridCol>
                <a:gridCol w="4757435">
                  <a:extLst>
                    <a:ext uri="{9D8B030D-6E8A-4147-A177-3AD203B41FA5}">
                      <a16:colId xmlns:a16="http://schemas.microsoft.com/office/drawing/2014/main" val="548218831"/>
                    </a:ext>
                  </a:extLst>
                </a:gridCol>
              </a:tblGrid>
              <a:tr h="219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쪽번호</a:t>
                      </a: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제목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716825"/>
                  </a:ext>
                </a:extLst>
              </a:tr>
              <a:tr h="391528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177931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034535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362684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27757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300472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11C9AFB-BEDC-D047-884F-457871AB085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592595017"/>
              </p:ext>
            </p:extLst>
          </p:nvPr>
        </p:nvGraphicFramePr>
        <p:xfrm>
          <a:off x="4218703" y="4337078"/>
          <a:ext cx="5228166" cy="1403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731">
                  <a:extLst>
                    <a:ext uri="{9D8B030D-6E8A-4147-A177-3AD203B41FA5}">
                      <a16:colId xmlns:a16="http://schemas.microsoft.com/office/drawing/2014/main" val="3290595421"/>
                    </a:ext>
                  </a:extLst>
                </a:gridCol>
                <a:gridCol w="4757435">
                  <a:extLst>
                    <a:ext uri="{9D8B030D-6E8A-4147-A177-3AD203B41FA5}">
                      <a16:colId xmlns:a16="http://schemas.microsoft.com/office/drawing/2014/main" val="548218831"/>
                    </a:ext>
                  </a:extLst>
                </a:gridCol>
              </a:tblGrid>
              <a:tr h="219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쪽번호</a:t>
                      </a: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제목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716825"/>
                  </a:ext>
                </a:extLst>
              </a:tr>
              <a:tr h="391528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177931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034535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362684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27757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300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3612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black(이거써주세요)"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타원 7">
            <a:extLst>
              <a:ext uri="{FF2B5EF4-FFF2-40B4-BE49-F238E27FC236}">
                <a16:creationId xmlns:a16="http://schemas.microsoft.com/office/drawing/2014/main" id="{D70BD64C-6F64-A24B-B8F6-DBA1D8327D12}"/>
              </a:ext>
            </a:extLst>
          </p:cNvPr>
          <p:cNvSpPr/>
          <p:nvPr userDrawn="1"/>
        </p:nvSpPr>
        <p:spPr>
          <a:xfrm>
            <a:off x="4931407" y="2200578"/>
            <a:ext cx="64324" cy="593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2263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7815F3-C7FA-A74F-9C8F-0C3D56A941AC}"/>
              </a:ext>
            </a:extLst>
          </p:cNvPr>
          <p:cNvSpPr txBox="1"/>
          <p:nvPr userDrawn="1"/>
        </p:nvSpPr>
        <p:spPr>
          <a:xfrm>
            <a:off x="4380429" y="2318631"/>
            <a:ext cx="1166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 dirty="0">
                <a:solidFill>
                  <a:schemeClr val="bg1"/>
                </a:solidFill>
                <a:latin typeface="+mj-ea"/>
                <a:ea typeface="+mj-ea"/>
              </a:rPr>
              <a:t>Contents</a:t>
            </a:r>
            <a:endParaRPr lang="ko-KR" altLang="en-US" sz="1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7463BB1-B984-6D40-95ED-36545A3957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3501" y="6517186"/>
            <a:ext cx="501835" cy="130876"/>
          </a:xfrm>
          <a:prstGeom prst="rect">
            <a:avLst/>
          </a:prstGeom>
        </p:spPr>
      </p:pic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535A462-D8A3-0747-B9A7-EDAFB56AC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48340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38F1D5A-C0F7-F14B-BC34-DA5013C46D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48340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27440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테이블복사용(black)"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D6ABD6C-E349-E74D-AC9C-F2EB2578D7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09630769"/>
              </p:ext>
            </p:extLst>
          </p:nvPr>
        </p:nvGraphicFramePr>
        <p:xfrm>
          <a:off x="2335569" y="2946759"/>
          <a:ext cx="5256000" cy="140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290595421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548218831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70398807"/>
                    </a:ext>
                  </a:extLst>
                </a:gridCol>
              </a:tblGrid>
              <a:tr h="219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쪽번호</a:t>
                      </a: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제목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비고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716825"/>
                  </a:ext>
                </a:extLst>
              </a:tr>
              <a:tr h="195764">
                <a:tc rowSpan="2"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177931"/>
                  </a:ext>
                </a:extLst>
              </a:tr>
              <a:tr h="195764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6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0" marR="56443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284116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034535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362684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9827757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00472"/>
                  </a:ext>
                </a:extLst>
              </a:tr>
            </a:tbl>
          </a:graphicData>
        </a:graphic>
      </p:graphicFrame>
      <p:sp>
        <p:nvSpPr>
          <p:cNvPr id="11" name="타원 10">
            <a:extLst>
              <a:ext uri="{FF2B5EF4-FFF2-40B4-BE49-F238E27FC236}">
                <a16:creationId xmlns:a16="http://schemas.microsoft.com/office/drawing/2014/main" id="{027EA60C-F7E8-324B-AC99-00B8A40C46B0}"/>
              </a:ext>
            </a:extLst>
          </p:cNvPr>
          <p:cNvSpPr/>
          <p:nvPr userDrawn="1"/>
        </p:nvSpPr>
        <p:spPr>
          <a:xfrm>
            <a:off x="4931407" y="2200578"/>
            <a:ext cx="64324" cy="593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2263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0CDBC2-63A7-3D41-950D-5DC643D6815A}"/>
              </a:ext>
            </a:extLst>
          </p:cNvPr>
          <p:cNvSpPr txBox="1"/>
          <p:nvPr userDrawn="1"/>
        </p:nvSpPr>
        <p:spPr>
          <a:xfrm>
            <a:off x="4380429" y="2318631"/>
            <a:ext cx="1166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 dirty="0">
                <a:solidFill>
                  <a:schemeClr val="bg1"/>
                </a:solidFill>
                <a:latin typeface="+mj-ea"/>
                <a:ea typeface="+mj-ea"/>
              </a:rPr>
              <a:t>Contents</a:t>
            </a:r>
            <a:endParaRPr lang="ko-KR" altLang="en-US" sz="1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A1D6E4D-166C-7B48-855C-03803F9CBC9D}"/>
              </a:ext>
            </a:extLst>
          </p:cNvPr>
          <p:cNvGrpSpPr/>
          <p:nvPr userDrawn="1"/>
        </p:nvGrpSpPr>
        <p:grpSpPr>
          <a:xfrm>
            <a:off x="9906000" y="2503297"/>
            <a:ext cx="1572016" cy="2383054"/>
            <a:chOff x="6858001" y="1590806"/>
            <a:chExt cx="1572016" cy="2383054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44A812F-73F0-9148-ADD6-64226B682E90}"/>
                </a:ext>
              </a:extLst>
            </p:cNvPr>
            <p:cNvSpPr/>
            <p:nvPr userDrawn="1"/>
          </p:nvSpPr>
          <p:spPr>
            <a:xfrm>
              <a:off x="6858001" y="1590806"/>
              <a:ext cx="1572016" cy="2383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769FA2D4-5B4E-5A48-B15F-2671F8D14D01}"/>
                </a:ext>
              </a:extLst>
            </p:cNvPr>
            <p:cNvGrpSpPr/>
            <p:nvPr userDrawn="1"/>
          </p:nvGrpSpPr>
          <p:grpSpPr>
            <a:xfrm>
              <a:off x="6929711" y="2838837"/>
              <a:ext cx="1499128" cy="896527"/>
              <a:chOff x="6929711" y="3986993"/>
              <a:chExt cx="1499128" cy="896527"/>
            </a:xfrm>
          </p:grpSpPr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3B027F1B-5C91-2046-A83B-578197528EB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7506699" y="4283981"/>
                <a:ext cx="640984" cy="146893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4EFE0A4-0F1E-9947-83F2-AA457F8657F8}"/>
                  </a:ext>
                </a:extLst>
              </p:cNvPr>
              <p:cNvSpPr txBox="1"/>
              <p:nvPr userDrawn="1"/>
            </p:nvSpPr>
            <p:spPr>
              <a:xfrm>
                <a:off x="6929711" y="3986993"/>
                <a:ext cx="1499128" cy="8965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내부 세로선 및 셀 </a:t>
                </a:r>
                <a:r>
                  <a:rPr kumimoji="1" lang="ko-KR" altLang="en-US" sz="900" b="1" dirty="0" err="1"/>
                  <a:t>분할선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종류 </a:t>
                </a:r>
                <a:r>
                  <a:rPr kumimoji="1" lang="en-US" altLang="ko-KR" sz="900" b="1" dirty="0"/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두께 </a:t>
                </a:r>
                <a:r>
                  <a:rPr kumimoji="1" lang="en-US" altLang="ko-KR" sz="900" b="1" dirty="0"/>
                  <a:t>: ½ </a:t>
                </a:r>
                <a:r>
                  <a:rPr kumimoji="1" lang="en-US" altLang="ko-KR" sz="900" b="1" dirty="0" err="1"/>
                  <a:t>pt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색상 </a:t>
                </a:r>
                <a:r>
                  <a:rPr kumimoji="1" lang="en-US" altLang="ko-KR" sz="900" b="1" dirty="0"/>
                  <a:t>: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113,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113,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113</a:t>
                </a:r>
                <a:endParaRPr kumimoji="1" lang="ko-Kore-KR" altLang="en-US" sz="900" b="1" dirty="0"/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7AEA3504-312F-474B-80CF-C497FD3A3418}"/>
                </a:ext>
              </a:extLst>
            </p:cNvPr>
            <p:cNvGrpSpPr/>
            <p:nvPr userDrawn="1"/>
          </p:nvGrpSpPr>
          <p:grpSpPr>
            <a:xfrm>
              <a:off x="6929711" y="1710137"/>
              <a:ext cx="1293944" cy="896527"/>
              <a:chOff x="6929711" y="1710137"/>
              <a:chExt cx="1293944" cy="896527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8235CC1-2138-6C42-B86E-0DCCA19F42F5}"/>
                  </a:ext>
                </a:extLst>
              </p:cNvPr>
              <p:cNvSpPr txBox="1"/>
              <p:nvPr userDrawn="1"/>
            </p:nvSpPr>
            <p:spPr>
              <a:xfrm>
                <a:off x="6929711" y="1710137"/>
                <a:ext cx="1293944" cy="8965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내부</a:t>
                </a:r>
                <a:r>
                  <a:rPr kumimoji="1" lang="en-US" altLang="ko-KR" sz="900" b="1" dirty="0"/>
                  <a:t> </a:t>
                </a:r>
                <a:r>
                  <a:rPr kumimoji="1" lang="ko-KR" altLang="en-US" sz="900" b="1" dirty="0"/>
                  <a:t>가로선</a:t>
                </a:r>
                <a:r>
                  <a:rPr kumimoji="1" lang="en-US" altLang="ko-KR" sz="900" b="1" dirty="0"/>
                  <a:t>(yellow)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종류 </a:t>
                </a:r>
                <a:r>
                  <a:rPr kumimoji="1" lang="en-US" altLang="ko-KR" sz="900" b="1" dirty="0"/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두께 </a:t>
                </a:r>
                <a:r>
                  <a:rPr kumimoji="1" lang="en-US" altLang="ko-KR" sz="900" b="1" dirty="0"/>
                  <a:t>: ½ </a:t>
                </a:r>
                <a:r>
                  <a:rPr kumimoji="1" lang="en-US" altLang="ko-KR" sz="900" b="1" dirty="0" err="1"/>
                  <a:t>pt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색상 </a:t>
                </a:r>
                <a:r>
                  <a:rPr kumimoji="1" lang="en-US" altLang="ko-KR" sz="900" b="1" dirty="0"/>
                  <a:t>: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255,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166,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0</a:t>
                </a:r>
                <a:endParaRPr kumimoji="1" lang="ko-Kore-KR" altLang="en-US" sz="900" b="1" dirty="0"/>
              </a:p>
            </p:txBody>
          </p:sp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651C1556-D320-5143-BA97-464A1872658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7506759" y="2031961"/>
                <a:ext cx="640863" cy="100707"/>
              </a:xfrm>
              <a:prstGeom prst="rect">
                <a:avLst/>
              </a:prstGeom>
            </p:spPr>
          </p:pic>
        </p:grpSp>
      </p:grpSp>
      <p:pic>
        <p:nvPicPr>
          <p:cNvPr id="22" name="그림 21">
            <a:extLst>
              <a:ext uri="{FF2B5EF4-FFF2-40B4-BE49-F238E27FC236}">
                <a16:creationId xmlns:a16="http://schemas.microsoft.com/office/drawing/2014/main" id="{44A80EB0-6D04-724D-BCE8-13ECBE26C76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3501" y="6517186"/>
            <a:ext cx="501835" cy="130876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907F45FB-6E76-DC48-9BCC-801190725E5A}"/>
              </a:ext>
            </a:extLst>
          </p:cNvPr>
          <p:cNvSpPr/>
          <p:nvPr userDrawn="1"/>
        </p:nvSpPr>
        <p:spPr>
          <a:xfrm>
            <a:off x="137054" y="342898"/>
            <a:ext cx="5042223" cy="86978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kumimoji="1" lang="ko-KR" altLang="en-US" sz="1500" b="1" dirty="0"/>
              <a:t>본 마스터는 테이블 </a:t>
            </a:r>
            <a:r>
              <a:rPr kumimoji="1" lang="ko-KR" altLang="en-US" sz="1500" b="1" dirty="0" err="1"/>
              <a:t>복사용으로</a:t>
            </a:r>
            <a:r>
              <a:rPr kumimoji="1" lang="ko-KR" altLang="en-US" sz="1500" b="1" dirty="0"/>
              <a:t> 만들어져</a:t>
            </a:r>
            <a:r>
              <a:rPr kumimoji="1" lang="en-US" altLang="ko-KR" sz="1500" b="1" dirty="0"/>
              <a:t>,</a:t>
            </a:r>
          </a:p>
          <a:p>
            <a:pPr algn="l">
              <a:lnSpc>
                <a:spcPct val="150000"/>
              </a:lnSpc>
            </a:pPr>
            <a:r>
              <a:rPr kumimoji="1" lang="ko-KR" altLang="en-US" sz="1500" b="1" dirty="0"/>
              <a:t>앞장에 테이블을 복사해 함께 사용해 주세요</a:t>
            </a:r>
            <a:r>
              <a:rPr kumimoji="1" lang="en-US" altLang="ko-KR" sz="1500" b="1" dirty="0"/>
              <a:t>.</a:t>
            </a:r>
            <a:endParaRPr kumimoji="1" lang="ko-Kore-KR" altLang="en-US" sz="1500" b="1" dirty="0"/>
          </a:p>
        </p:txBody>
      </p:sp>
      <p:sp>
        <p:nvSpPr>
          <p:cNvPr id="24" name="슬라이드 번호 개체 틀 3">
            <a:extLst>
              <a:ext uri="{FF2B5EF4-FFF2-40B4-BE49-F238E27FC236}">
                <a16:creationId xmlns:a16="http://schemas.microsoft.com/office/drawing/2014/main" id="{1A67A66D-6C50-FC43-A8E3-C2FE4DF87B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48340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B1122025-C172-F343-8042-BAC1856AB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48340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5117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_black(이거써주세요)"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래픽 25">
            <a:extLst>
              <a:ext uri="{FF2B5EF4-FFF2-40B4-BE49-F238E27FC236}">
                <a16:creationId xmlns:a16="http://schemas.microsoft.com/office/drawing/2014/main" id="{A462E391-28E0-A748-9574-2DC5CA8CFE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5280" y="3096887"/>
            <a:ext cx="1442490" cy="1135990"/>
          </a:xfrm>
          <a:prstGeom prst="rect">
            <a:avLst/>
          </a:prstGeom>
        </p:spPr>
      </p:pic>
      <p:sp>
        <p:nvSpPr>
          <p:cNvPr id="27" name="타원 26">
            <a:extLst>
              <a:ext uri="{FF2B5EF4-FFF2-40B4-BE49-F238E27FC236}">
                <a16:creationId xmlns:a16="http://schemas.microsoft.com/office/drawing/2014/main" id="{63AA1CE2-C619-CA41-BF01-36F057740155}"/>
              </a:ext>
            </a:extLst>
          </p:cNvPr>
          <p:cNvSpPr/>
          <p:nvPr userDrawn="1"/>
        </p:nvSpPr>
        <p:spPr>
          <a:xfrm>
            <a:off x="2010709" y="3429001"/>
            <a:ext cx="64324" cy="593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2263"/>
          </a:p>
        </p:txBody>
      </p:sp>
      <p:sp>
        <p:nvSpPr>
          <p:cNvPr id="28" name="텍스트 개체 틀 11">
            <a:extLst>
              <a:ext uri="{FF2B5EF4-FFF2-40B4-BE49-F238E27FC236}">
                <a16:creationId xmlns:a16="http://schemas.microsoft.com/office/drawing/2014/main" id="{D7F12CDA-1195-9444-9A93-7461D81861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0322" y="2680040"/>
            <a:ext cx="1253177" cy="1061829"/>
          </a:xfrm>
        </p:spPr>
        <p:txBody>
          <a:bodyPr wrap="none" lIns="0" tIns="0" rIns="0" bIns="0" anchor="ctr">
            <a:noAutofit/>
          </a:bodyPr>
          <a:lstStyle>
            <a:lvl1pPr marL="108000" indent="0">
              <a:buNone/>
              <a:defRPr sz="700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  <a:ea typeface="+mj-ea"/>
              </a:defRPr>
            </a:lvl1pPr>
            <a:lvl2pPr marL="360000" indent="0">
              <a:buNone/>
              <a:defRPr/>
            </a:lvl2pPr>
            <a:lvl3pPr marL="576000" indent="0">
              <a:buNone/>
              <a:defRPr/>
            </a:lvl3pPr>
            <a:lvl4pPr marL="720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kumimoji="1" lang="en-US" altLang="ko-KR" dirty="0"/>
              <a:t>00</a:t>
            </a:r>
            <a:endParaRPr kumimoji="1" lang="ko-Kore-KR" altLang="en-US" dirty="0"/>
          </a:p>
        </p:txBody>
      </p:sp>
      <p:sp>
        <p:nvSpPr>
          <p:cNvPr id="29" name="텍스트 개체 틀 11">
            <a:extLst>
              <a:ext uri="{FF2B5EF4-FFF2-40B4-BE49-F238E27FC236}">
                <a16:creationId xmlns:a16="http://schemas.microsoft.com/office/drawing/2014/main" id="{F8938071-6373-8F46-B7AB-4DCC2E8FD0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140" y="3821236"/>
            <a:ext cx="2269494" cy="366304"/>
          </a:xfrm>
        </p:spPr>
        <p:txBody>
          <a:bodyPr wrap="none" lIns="0" tIns="0" rIns="0" bIns="0" anchor="ctr">
            <a:noAutofit/>
          </a:bodyPr>
          <a:lstStyle>
            <a:lvl1pPr marL="1080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+mj-ea"/>
                <a:ea typeface="+mj-ea"/>
              </a:defRPr>
            </a:lvl1pPr>
            <a:lvl2pPr marL="360000" indent="0">
              <a:buNone/>
              <a:defRPr/>
            </a:lvl2pPr>
            <a:lvl3pPr marL="576000" indent="0">
              <a:buNone/>
              <a:defRPr/>
            </a:lvl3pPr>
            <a:lvl4pPr marL="720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kumimoji="1" lang="ko-KR" altLang="en-US" dirty="0"/>
              <a:t>제목을 적어주세요</a:t>
            </a:r>
            <a:r>
              <a:rPr kumimoji="1" lang="en-US" altLang="ko-KR" dirty="0"/>
              <a:t>.</a:t>
            </a:r>
            <a:endParaRPr kumimoji="1" lang="ko-Kore-KR" altLang="en-US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704729B3-B133-5544-AD7B-9F6DD7D2BF7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3501" y="6517186"/>
            <a:ext cx="501835" cy="130876"/>
          </a:xfrm>
          <a:prstGeom prst="rect">
            <a:avLst/>
          </a:prstGeom>
        </p:spPr>
      </p:pic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7AFB64A0-AE0A-074C-B07E-FC007EC952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48340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79AE6CD-3CA2-2640-9623-788F16879F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48340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117507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_테이블복사용(black)"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86F5E4C-562B-2146-9DBD-41FA19A117A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44221159"/>
              </p:ext>
            </p:extLst>
          </p:nvPr>
        </p:nvGraphicFramePr>
        <p:xfrm>
          <a:off x="3862742" y="2749909"/>
          <a:ext cx="5203900" cy="1403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546">
                  <a:extLst>
                    <a:ext uri="{9D8B030D-6E8A-4147-A177-3AD203B41FA5}">
                      <a16:colId xmlns:a16="http://schemas.microsoft.com/office/drawing/2014/main" val="3290595421"/>
                    </a:ext>
                  </a:extLst>
                </a:gridCol>
                <a:gridCol w="4735354">
                  <a:extLst>
                    <a:ext uri="{9D8B030D-6E8A-4147-A177-3AD203B41FA5}">
                      <a16:colId xmlns:a16="http://schemas.microsoft.com/office/drawing/2014/main" val="548218831"/>
                    </a:ext>
                  </a:extLst>
                </a:gridCol>
              </a:tblGrid>
              <a:tr h="219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쪽번호</a:t>
                      </a: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제목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716825"/>
                  </a:ext>
                </a:extLst>
              </a:tr>
              <a:tr h="391528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177931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034535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362684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9827757"/>
                  </a:ext>
                </a:extLst>
              </a:tr>
              <a:tr h="195764">
                <a:tc>
                  <a:txBody>
                    <a:bodyPr/>
                    <a:lstStyle/>
                    <a:p>
                      <a:pPr marL="0"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5000" marR="61146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00472"/>
                  </a:ext>
                </a:extLst>
              </a:tr>
            </a:tbl>
          </a:graphicData>
        </a:graphic>
      </p:graphicFrame>
      <p:pic>
        <p:nvPicPr>
          <p:cNvPr id="19" name="그래픽 18">
            <a:extLst>
              <a:ext uri="{FF2B5EF4-FFF2-40B4-BE49-F238E27FC236}">
                <a16:creationId xmlns:a16="http://schemas.microsoft.com/office/drawing/2014/main" id="{BA96F900-8B0E-AB46-A3B7-023EAB6746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5280" y="3096887"/>
            <a:ext cx="1442490" cy="1135990"/>
          </a:xfrm>
          <a:prstGeom prst="rect">
            <a:avLst/>
          </a:prstGeom>
        </p:spPr>
      </p:pic>
      <p:sp>
        <p:nvSpPr>
          <p:cNvPr id="20" name="타원 19">
            <a:extLst>
              <a:ext uri="{FF2B5EF4-FFF2-40B4-BE49-F238E27FC236}">
                <a16:creationId xmlns:a16="http://schemas.microsoft.com/office/drawing/2014/main" id="{2EFFCD26-0B8A-7649-B322-A8243331F42F}"/>
              </a:ext>
            </a:extLst>
          </p:cNvPr>
          <p:cNvSpPr/>
          <p:nvPr userDrawn="1"/>
        </p:nvSpPr>
        <p:spPr>
          <a:xfrm>
            <a:off x="2010709" y="3429001"/>
            <a:ext cx="64324" cy="593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2263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AE6D1C7-2D34-8648-AA10-A7187FDE212D}"/>
              </a:ext>
            </a:extLst>
          </p:cNvPr>
          <p:cNvGrpSpPr/>
          <p:nvPr userDrawn="1"/>
        </p:nvGrpSpPr>
        <p:grpSpPr>
          <a:xfrm>
            <a:off x="9906000" y="2473355"/>
            <a:ext cx="1572016" cy="2383054"/>
            <a:chOff x="6858001" y="1590806"/>
            <a:chExt cx="1572016" cy="2383054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4C103D48-53A3-C149-B440-C4880340C9EF}"/>
                </a:ext>
              </a:extLst>
            </p:cNvPr>
            <p:cNvSpPr/>
            <p:nvPr userDrawn="1"/>
          </p:nvSpPr>
          <p:spPr>
            <a:xfrm>
              <a:off x="6858001" y="1590806"/>
              <a:ext cx="1572016" cy="2383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86B26F30-D379-4747-8D60-9C66B5F16AC4}"/>
                </a:ext>
              </a:extLst>
            </p:cNvPr>
            <p:cNvGrpSpPr/>
            <p:nvPr userDrawn="1"/>
          </p:nvGrpSpPr>
          <p:grpSpPr>
            <a:xfrm>
              <a:off x="6929711" y="2838837"/>
              <a:ext cx="1499128" cy="896527"/>
              <a:chOff x="6929711" y="3986993"/>
              <a:chExt cx="1499128" cy="896527"/>
            </a:xfrm>
          </p:grpSpPr>
          <p:pic>
            <p:nvPicPr>
              <p:cNvPr id="29" name="그림 28">
                <a:extLst>
                  <a:ext uri="{FF2B5EF4-FFF2-40B4-BE49-F238E27FC236}">
                    <a16:creationId xmlns:a16="http://schemas.microsoft.com/office/drawing/2014/main" id="{789EAF90-66CB-5A47-A26B-F6FC0B4C36A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7506699" y="4283981"/>
                <a:ext cx="640984" cy="146893"/>
              </a:xfrm>
              <a:prstGeom prst="rect">
                <a:avLst/>
              </a:prstGeom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12B1EB3-4B63-BB41-AC67-30C62B699171}"/>
                  </a:ext>
                </a:extLst>
              </p:cNvPr>
              <p:cNvSpPr txBox="1"/>
              <p:nvPr userDrawn="1"/>
            </p:nvSpPr>
            <p:spPr>
              <a:xfrm>
                <a:off x="6929711" y="3986993"/>
                <a:ext cx="1499128" cy="8965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내부 세로선 및 셀 </a:t>
                </a:r>
                <a:r>
                  <a:rPr kumimoji="1" lang="ko-KR" altLang="en-US" sz="900" b="1" dirty="0" err="1"/>
                  <a:t>분할선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종류 </a:t>
                </a:r>
                <a:r>
                  <a:rPr kumimoji="1" lang="en-US" altLang="ko-KR" sz="900" b="1" dirty="0"/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두께 </a:t>
                </a:r>
                <a:r>
                  <a:rPr kumimoji="1" lang="en-US" altLang="ko-KR" sz="900" b="1" dirty="0"/>
                  <a:t>: ½ </a:t>
                </a:r>
                <a:r>
                  <a:rPr kumimoji="1" lang="en-US" altLang="ko-KR" sz="900" b="1" dirty="0" err="1"/>
                  <a:t>pt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색상 </a:t>
                </a:r>
                <a:r>
                  <a:rPr kumimoji="1" lang="en-US" altLang="ko-KR" sz="900" b="1" dirty="0"/>
                  <a:t>: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113,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113,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113</a:t>
                </a:r>
                <a:endParaRPr kumimoji="1" lang="ko-Kore-KR" altLang="en-US" sz="900" b="1" dirty="0"/>
              </a:p>
            </p:txBody>
          </p: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478108B8-BB68-C34F-A24E-96EA2B36BF37}"/>
                </a:ext>
              </a:extLst>
            </p:cNvPr>
            <p:cNvGrpSpPr/>
            <p:nvPr userDrawn="1"/>
          </p:nvGrpSpPr>
          <p:grpSpPr>
            <a:xfrm>
              <a:off x="6929711" y="1710137"/>
              <a:ext cx="1293944" cy="896527"/>
              <a:chOff x="6929711" y="1710137"/>
              <a:chExt cx="1293944" cy="896527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BF8BF9D-FBFA-EA4B-9755-69A5ED5FE827}"/>
                  </a:ext>
                </a:extLst>
              </p:cNvPr>
              <p:cNvSpPr txBox="1"/>
              <p:nvPr userDrawn="1"/>
            </p:nvSpPr>
            <p:spPr>
              <a:xfrm>
                <a:off x="6929711" y="1710137"/>
                <a:ext cx="1293944" cy="8965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내부</a:t>
                </a:r>
                <a:r>
                  <a:rPr kumimoji="1" lang="en-US" altLang="ko-KR" sz="900" b="1" dirty="0"/>
                  <a:t> </a:t>
                </a:r>
                <a:r>
                  <a:rPr kumimoji="1" lang="ko-KR" altLang="en-US" sz="900" b="1" dirty="0"/>
                  <a:t>가로선</a:t>
                </a:r>
                <a:r>
                  <a:rPr kumimoji="1" lang="en-US" altLang="ko-KR" sz="900" b="1" dirty="0"/>
                  <a:t>(yellow)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종류 </a:t>
                </a:r>
                <a:r>
                  <a:rPr kumimoji="1" lang="en-US" altLang="ko-KR" sz="900" b="1" dirty="0"/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두께 </a:t>
                </a:r>
                <a:r>
                  <a:rPr kumimoji="1" lang="en-US" altLang="ko-KR" sz="900" b="1" dirty="0"/>
                  <a:t>: ½ </a:t>
                </a:r>
                <a:r>
                  <a:rPr kumimoji="1" lang="en-US" altLang="ko-KR" sz="900" b="1" dirty="0" err="1"/>
                  <a:t>pt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색상 </a:t>
                </a:r>
                <a:r>
                  <a:rPr kumimoji="1" lang="en-US" altLang="ko-KR" sz="900" b="1" dirty="0"/>
                  <a:t>: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255,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166,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0</a:t>
                </a:r>
                <a:endParaRPr kumimoji="1" lang="ko-Kore-KR" altLang="en-US" sz="900" b="1" dirty="0"/>
              </a:p>
            </p:txBody>
          </p:sp>
          <p:pic>
            <p:nvPicPr>
              <p:cNvPr id="28" name="그림 27">
                <a:extLst>
                  <a:ext uri="{FF2B5EF4-FFF2-40B4-BE49-F238E27FC236}">
                    <a16:creationId xmlns:a16="http://schemas.microsoft.com/office/drawing/2014/main" id="{2173F488-FBB9-1B4E-AA64-5F762928128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7506759" y="2031961"/>
                <a:ext cx="640863" cy="100707"/>
              </a:xfrm>
              <a:prstGeom prst="rect">
                <a:avLst/>
              </a:prstGeom>
            </p:spPr>
          </p:pic>
        </p:grpSp>
      </p:grpSp>
      <p:sp>
        <p:nvSpPr>
          <p:cNvPr id="31" name="텍스트 개체 틀 11">
            <a:extLst>
              <a:ext uri="{FF2B5EF4-FFF2-40B4-BE49-F238E27FC236}">
                <a16:creationId xmlns:a16="http://schemas.microsoft.com/office/drawing/2014/main" id="{0E6EA4E2-AA74-9344-8B3A-6A31D9BB2C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0322" y="2680040"/>
            <a:ext cx="1253177" cy="1061829"/>
          </a:xfrm>
        </p:spPr>
        <p:txBody>
          <a:bodyPr wrap="none" lIns="0" tIns="0" rIns="0" bIns="0" anchor="ctr">
            <a:noAutofit/>
          </a:bodyPr>
          <a:lstStyle>
            <a:lvl1pPr marL="108000" indent="0">
              <a:buNone/>
              <a:defRPr sz="700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  <a:ea typeface="+mj-ea"/>
              </a:defRPr>
            </a:lvl1pPr>
            <a:lvl2pPr marL="360000" indent="0">
              <a:buNone/>
              <a:defRPr/>
            </a:lvl2pPr>
            <a:lvl3pPr marL="576000" indent="0">
              <a:buNone/>
              <a:defRPr/>
            </a:lvl3pPr>
            <a:lvl4pPr marL="720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kumimoji="1" lang="en-US" altLang="ko-KR" dirty="0"/>
              <a:t>00</a:t>
            </a:r>
            <a:endParaRPr kumimoji="1" lang="ko-Kore-KR" altLang="en-US" dirty="0"/>
          </a:p>
        </p:txBody>
      </p:sp>
      <p:sp>
        <p:nvSpPr>
          <p:cNvPr id="32" name="텍스트 개체 틀 11">
            <a:extLst>
              <a:ext uri="{FF2B5EF4-FFF2-40B4-BE49-F238E27FC236}">
                <a16:creationId xmlns:a16="http://schemas.microsoft.com/office/drawing/2014/main" id="{A61F23E1-6BB0-A949-B6F7-CB86773D676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140" y="3821236"/>
            <a:ext cx="2269494" cy="366304"/>
          </a:xfrm>
        </p:spPr>
        <p:txBody>
          <a:bodyPr wrap="none" lIns="0" tIns="0" rIns="0" bIns="0" anchor="ctr">
            <a:noAutofit/>
          </a:bodyPr>
          <a:lstStyle>
            <a:lvl1pPr marL="1080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+mj-ea"/>
                <a:ea typeface="+mj-ea"/>
              </a:defRPr>
            </a:lvl1pPr>
            <a:lvl2pPr marL="360000" indent="0">
              <a:buNone/>
              <a:defRPr/>
            </a:lvl2pPr>
            <a:lvl3pPr marL="576000" indent="0">
              <a:buNone/>
              <a:defRPr/>
            </a:lvl3pPr>
            <a:lvl4pPr marL="720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kumimoji="1" lang="ko-KR" altLang="en-US" dirty="0"/>
              <a:t>제목을 적어주세요</a:t>
            </a:r>
            <a:r>
              <a:rPr kumimoji="1" lang="en-US" altLang="ko-KR" dirty="0"/>
              <a:t>.</a:t>
            </a:r>
            <a:endParaRPr kumimoji="1" lang="ko-Kore-KR" altLang="en-US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5C65537A-9C83-A847-B1E1-170AA79529B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43501" y="6517186"/>
            <a:ext cx="501835" cy="130876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41AE1D96-ADD0-7049-A4B9-E293232F9EAD}"/>
              </a:ext>
            </a:extLst>
          </p:cNvPr>
          <p:cNvSpPr/>
          <p:nvPr userDrawn="1"/>
        </p:nvSpPr>
        <p:spPr>
          <a:xfrm>
            <a:off x="137054" y="342898"/>
            <a:ext cx="5042223" cy="86978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kumimoji="1" lang="ko-KR" altLang="en-US" sz="1600" b="1" dirty="0"/>
              <a:t>본 마스터는 테이블 </a:t>
            </a:r>
            <a:r>
              <a:rPr kumimoji="1" lang="ko-KR" altLang="en-US" sz="1600" b="1" dirty="0" err="1"/>
              <a:t>복사용으로</a:t>
            </a:r>
            <a:r>
              <a:rPr kumimoji="1" lang="ko-KR" altLang="en-US" sz="1600" b="1" dirty="0"/>
              <a:t> 만들어져</a:t>
            </a:r>
            <a:r>
              <a:rPr kumimoji="1" lang="en-US" altLang="ko-KR" sz="1600" b="1" dirty="0"/>
              <a:t>,</a:t>
            </a:r>
          </a:p>
          <a:p>
            <a:pPr algn="l">
              <a:lnSpc>
                <a:spcPct val="150000"/>
              </a:lnSpc>
            </a:pPr>
            <a:r>
              <a:rPr kumimoji="1" lang="ko-KR" altLang="en-US" sz="1600" b="1" dirty="0"/>
              <a:t>앞장에 테이블을 복사해 함께 사용해 주세요</a:t>
            </a:r>
            <a:r>
              <a:rPr kumimoji="1" lang="en-US" altLang="ko-KR" sz="1600" b="1" dirty="0"/>
              <a:t>.</a:t>
            </a:r>
            <a:endParaRPr kumimoji="1" lang="ko-Kore-KR" altLang="en-US" sz="1600" b="1" dirty="0"/>
          </a:p>
        </p:txBody>
      </p:sp>
      <p:sp>
        <p:nvSpPr>
          <p:cNvPr id="22" name="슬라이드 번호 개체 틀 3">
            <a:extLst>
              <a:ext uri="{FF2B5EF4-FFF2-40B4-BE49-F238E27FC236}">
                <a16:creationId xmlns:a16="http://schemas.microsoft.com/office/drawing/2014/main" id="{080E95EF-7778-0E43-B321-F9C5DA4185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48340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34" name="Footer Placeholder 4">
            <a:extLst>
              <a:ext uri="{FF2B5EF4-FFF2-40B4-BE49-F238E27FC236}">
                <a16:creationId xmlns:a16="http://schemas.microsoft.com/office/drawing/2014/main" id="{79B348DD-5F4A-3C4E-8239-6679617EEB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48340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777831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소제목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11">
            <a:extLst>
              <a:ext uri="{FF2B5EF4-FFF2-40B4-BE49-F238E27FC236}">
                <a16:creationId xmlns:a16="http://schemas.microsoft.com/office/drawing/2014/main" id="{41CF82F3-DFF8-4CAD-94CD-705AD23435D0}"/>
              </a:ext>
            </a:extLst>
          </p:cNvPr>
          <p:cNvGraphicFramePr>
            <a:graphicFrameLocks/>
          </p:cNvGraphicFramePr>
          <p:nvPr userDrawn="1">
            <p:extLst/>
          </p:nvPr>
        </p:nvGraphicFramePr>
        <p:xfrm>
          <a:off x="128588" y="207963"/>
          <a:ext cx="9642807" cy="228602"/>
        </p:xfrm>
        <a:graphic>
          <a:graphicData uri="http://schemas.openxmlformats.org/drawingml/2006/table">
            <a:tbl>
              <a:tblPr firstRow="1" firstCol="1" lastRow="1" lastCol="1">
                <a:tableStyleId>{8799B23B-EC83-4686-B30A-512413B5E67A}</a:tableStyleId>
              </a:tblPr>
              <a:tblGrid>
                <a:gridCol w="2198162">
                  <a:extLst>
                    <a:ext uri="{9D8B030D-6E8A-4147-A177-3AD203B41FA5}">
                      <a16:colId xmlns:a16="http://schemas.microsoft.com/office/drawing/2014/main" val="2537275398"/>
                    </a:ext>
                  </a:extLst>
                </a:gridCol>
                <a:gridCol w="7444645">
                  <a:extLst>
                    <a:ext uri="{9D8B030D-6E8A-4147-A177-3AD203B41FA5}">
                      <a16:colId xmlns:a16="http://schemas.microsoft.com/office/drawing/2014/main" val="2553372595"/>
                    </a:ext>
                  </a:extLst>
                </a:gridCol>
              </a:tblGrid>
              <a:tr h="228602">
                <a:tc>
                  <a:txBody>
                    <a:bodyPr/>
                    <a:lstStyle/>
                    <a:p>
                      <a:pPr lvl="0" algn="l"/>
                      <a:endParaRPr lang="ko-Kore-KR" altLang="en-US" sz="700" b="1" dirty="0"/>
                    </a:p>
                  </a:txBody>
                  <a:tcPr marL="195000" marR="61146" marT="28295" marB="2829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ko-Kore-KR" altLang="en-US" sz="800" b="0" dirty="0"/>
                    </a:p>
                  </a:txBody>
                  <a:tcPr marL="195000" marR="61146" marT="28295" marB="2829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353526"/>
                  </a:ext>
                </a:extLst>
              </a:tr>
            </a:tbl>
          </a:graphicData>
        </a:graphic>
      </p:graphicFrame>
      <p:sp>
        <p:nvSpPr>
          <p:cNvPr id="15" name="텍스트 개체 틀 5">
            <a:extLst>
              <a:ext uri="{FF2B5EF4-FFF2-40B4-BE49-F238E27FC236}">
                <a16:creationId xmlns:a16="http://schemas.microsoft.com/office/drawing/2014/main" id="{B59F5E10-326E-9D44-A702-6542D33B80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8365" y="214189"/>
            <a:ext cx="2190672" cy="216000"/>
          </a:xfrm>
          <a:prstGeom prst="rect">
            <a:avLst/>
          </a:prstGeom>
        </p:spPr>
        <p:txBody>
          <a:bodyPr>
            <a:noAutofit/>
          </a:bodyPr>
          <a:lstStyle>
            <a:lvl1pPr marL="108000" indent="0">
              <a:lnSpc>
                <a:spcPct val="100000"/>
              </a:lnSpc>
              <a:buFontTx/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" name="텍스트 개체 틀 5">
            <a:extLst>
              <a:ext uri="{FF2B5EF4-FFF2-40B4-BE49-F238E27FC236}">
                <a16:creationId xmlns:a16="http://schemas.microsoft.com/office/drawing/2014/main" id="{77864350-D0A4-954D-96AB-6BACB19A1B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1643" y="214189"/>
            <a:ext cx="7025769" cy="216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108000" indent="0">
              <a:lnSpc>
                <a:spcPct val="100000"/>
              </a:lnSpc>
              <a:buFontTx/>
              <a:buNone/>
              <a:defRPr sz="800"/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A4911D3-3E36-D340-85E8-56386BA29A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55451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  <p:sp>
        <p:nvSpPr>
          <p:cNvPr id="10" name="슬라이드 번호 개체 틀 3">
            <a:extLst>
              <a:ext uri="{FF2B5EF4-FFF2-40B4-BE49-F238E27FC236}">
                <a16:creationId xmlns:a16="http://schemas.microsoft.com/office/drawing/2014/main" id="{462F5AFB-6277-5C4F-BF1F-2F4919C8E6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55451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8CD60E00-CD6F-E74C-9499-6C9C9EA28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41584" y="214189"/>
            <a:ext cx="387513" cy="216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buFontTx/>
              <a:buNone/>
              <a:defRPr sz="882" spc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90098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대제목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7">
            <a:extLst>
              <a:ext uri="{FF2B5EF4-FFF2-40B4-BE49-F238E27FC236}">
                <a16:creationId xmlns:a16="http://schemas.microsoft.com/office/drawing/2014/main" id="{50884C2E-8ED0-FA4C-91E9-3ADF647D9F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0637" y="206246"/>
            <a:ext cx="642938" cy="4859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anchor="ctr"/>
          <a:lstStyle>
            <a:lvl1pPr marL="108000" indent="0" algn="ctr">
              <a:buFontTx/>
              <a:buNone/>
              <a:defRPr sz="2000">
                <a:solidFill>
                  <a:schemeClr val="tx2">
                    <a:lumMod val="10000"/>
                    <a:lumOff val="90000"/>
                  </a:schemeClr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altLang="ko-KR" dirty="0"/>
              <a:t>10</a:t>
            </a:r>
            <a:endParaRPr lang="ko-KR" altLang="en-US" dirty="0"/>
          </a:p>
        </p:txBody>
      </p:sp>
      <p:cxnSp>
        <p:nvCxnSpPr>
          <p:cNvPr id="17" name="직선 연결선 14">
            <a:extLst>
              <a:ext uri="{FF2B5EF4-FFF2-40B4-BE49-F238E27FC236}">
                <a16:creationId xmlns:a16="http://schemas.microsoft.com/office/drawing/2014/main" id="{2D0ACED2-67A9-1C4F-9D8E-13E7C7F34B76}"/>
              </a:ext>
            </a:extLst>
          </p:cNvPr>
          <p:cNvCxnSpPr>
            <a:cxnSpLocks/>
          </p:cNvCxnSpPr>
          <p:nvPr userDrawn="1"/>
        </p:nvCxnSpPr>
        <p:spPr>
          <a:xfrm>
            <a:off x="128588" y="704513"/>
            <a:ext cx="642938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5">
            <a:extLst>
              <a:ext uri="{FF2B5EF4-FFF2-40B4-BE49-F238E27FC236}">
                <a16:creationId xmlns:a16="http://schemas.microsoft.com/office/drawing/2014/main" id="{78E99357-18B8-0A44-97C6-61C45A69A2FC}"/>
              </a:ext>
            </a:extLst>
          </p:cNvPr>
          <p:cNvCxnSpPr>
            <a:cxnSpLocks/>
          </p:cNvCxnSpPr>
          <p:nvPr userDrawn="1"/>
        </p:nvCxnSpPr>
        <p:spPr>
          <a:xfrm flipV="1">
            <a:off x="842963" y="692144"/>
            <a:ext cx="8934449" cy="12369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21">
            <a:extLst>
              <a:ext uri="{FF2B5EF4-FFF2-40B4-BE49-F238E27FC236}">
                <a16:creationId xmlns:a16="http://schemas.microsoft.com/office/drawing/2014/main" id="{57322D85-0B2E-2C42-9178-96C28067F10C}"/>
              </a:ext>
            </a:extLst>
          </p:cNvPr>
          <p:cNvCxnSpPr>
            <a:cxnSpLocks/>
          </p:cNvCxnSpPr>
          <p:nvPr userDrawn="1"/>
        </p:nvCxnSpPr>
        <p:spPr>
          <a:xfrm>
            <a:off x="128588" y="204064"/>
            <a:ext cx="642938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22">
            <a:extLst>
              <a:ext uri="{FF2B5EF4-FFF2-40B4-BE49-F238E27FC236}">
                <a16:creationId xmlns:a16="http://schemas.microsoft.com/office/drawing/2014/main" id="{DB8CD088-CEC4-8E4B-B3E0-6A736D81241D}"/>
              </a:ext>
            </a:extLst>
          </p:cNvPr>
          <p:cNvCxnSpPr>
            <a:cxnSpLocks/>
          </p:cNvCxnSpPr>
          <p:nvPr userDrawn="1"/>
        </p:nvCxnSpPr>
        <p:spPr>
          <a:xfrm>
            <a:off x="842963" y="204064"/>
            <a:ext cx="893444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1">
            <a:extLst>
              <a:ext uri="{FF2B5EF4-FFF2-40B4-BE49-F238E27FC236}">
                <a16:creationId xmlns:a16="http://schemas.microsoft.com/office/drawing/2014/main" id="{494C8903-C41B-EB44-857A-44935C5A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963" y="206246"/>
            <a:ext cx="8934450" cy="485898"/>
          </a:xfrm>
          <a:solidFill>
            <a:schemeClr val="bg1"/>
          </a:solidFill>
        </p:spPr>
        <p:txBody>
          <a:bodyPr>
            <a:normAutofit/>
          </a:bodyPr>
          <a:lstStyle>
            <a:lvl1pPr marL="108000" indent="0">
              <a:buFontTx/>
              <a:buNone/>
              <a:defRPr sz="1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60034547-CE2F-FA4D-9CA4-5248612305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55451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  <p:sp>
        <p:nvSpPr>
          <p:cNvPr id="12" name="슬라이드 번호 개체 틀 3">
            <a:extLst>
              <a:ext uri="{FF2B5EF4-FFF2-40B4-BE49-F238E27FC236}">
                <a16:creationId xmlns:a16="http://schemas.microsoft.com/office/drawing/2014/main" id="{895D7CC4-2D21-C14E-B2D3-A75990226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55451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44626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대제목+소제목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FA54FFC4-C113-6B42-86FC-C18451525A69}"/>
              </a:ext>
            </a:extLst>
          </p:cNvPr>
          <p:cNvSpPr/>
          <p:nvPr userDrawn="1"/>
        </p:nvSpPr>
        <p:spPr>
          <a:xfrm>
            <a:off x="288338" y="790100"/>
            <a:ext cx="459856" cy="2031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텍스트 개체 틀 8">
            <a:extLst>
              <a:ext uri="{FF2B5EF4-FFF2-40B4-BE49-F238E27FC236}">
                <a16:creationId xmlns:a16="http://schemas.microsoft.com/office/drawing/2014/main" id="{7BE04EFA-6D54-C94B-BCF9-12C666A254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3365" y="810948"/>
            <a:ext cx="527709" cy="369332"/>
          </a:xfrm>
          <a:prstGeom prst="rect">
            <a:avLst/>
          </a:prstGeom>
          <a:solidFill>
            <a:schemeClr val="tx1"/>
          </a:solidFill>
        </p:spPr>
        <p:txBody>
          <a:bodyPr wrap="none" anchor="ctr" anchorCtr="0">
            <a:spAutoFit/>
          </a:bodyPr>
          <a:lstStyle>
            <a:lvl1pPr marL="108000" indent="0" algn="ctr">
              <a:buFontTx/>
              <a:buNone/>
              <a:defRPr sz="1800" spc="0">
                <a:solidFill>
                  <a:schemeClr val="tx2">
                    <a:lumMod val="10000"/>
                    <a:lumOff val="90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01</a:t>
            </a:r>
          </a:p>
        </p:txBody>
      </p:sp>
      <p:sp>
        <p:nvSpPr>
          <p:cNvPr id="30" name="텍스트 개체 틀 7">
            <a:extLst>
              <a:ext uri="{FF2B5EF4-FFF2-40B4-BE49-F238E27FC236}">
                <a16:creationId xmlns:a16="http://schemas.microsoft.com/office/drawing/2014/main" id="{BDAC8A54-E5A3-CC4F-9260-9DD6E7012B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0637" y="206246"/>
            <a:ext cx="642938" cy="4859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anchor="ctr"/>
          <a:lstStyle>
            <a:lvl1pPr marL="108000" indent="0" algn="ctr">
              <a:buFontTx/>
              <a:buNone/>
              <a:defRPr sz="2000">
                <a:solidFill>
                  <a:schemeClr val="tx2">
                    <a:lumMod val="10000"/>
                    <a:lumOff val="90000"/>
                  </a:schemeClr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altLang="ko-KR" dirty="0"/>
              <a:t>10</a:t>
            </a:r>
            <a:endParaRPr lang="ko-KR" altLang="en-US" dirty="0"/>
          </a:p>
        </p:txBody>
      </p:sp>
      <p:cxnSp>
        <p:nvCxnSpPr>
          <p:cNvPr id="32" name="직선 연결선 14">
            <a:extLst>
              <a:ext uri="{FF2B5EF4-FFF2-40B4-BE49-F238E27FC236}">
                <a16:creationId xmlns:a16="http://schemas.microsoft.com/office/drawing/2014/main" id="{21249C1B-C820-9342-BF92-E296E1E691BB}"/>
              </a:ext>
            </a:extLst>
          </p:cNvPr>
          <p:cNvCxnSpPr>
            <a:cxnSpLocks/>
          </p:cNvCxnSpPr>
          <p:nvPr userDrawn="1"/>
        </p:nvCxnSpPr>
        <p:spPr>
          <a:xfrm>
            <a:off x="128588" y="704513"/>
            <a:ext cx="642938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15">
            <a:extLst>
              <a:ext uri="{FF2B5EF4-FFF2-40B4-BE49-F238E27FC236}">
                <a16:creationId xmlns:a16="http://schemas.microsoft.com/office/drawing/2014/main" id="{60CEDB17-4765-B14C-AF6B-20C0361E9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842963" y="692144"/>
            <a:ext cx="8934449" cy="12369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A50EC09-F3D1-4D1A-9008-89DBE740397A}"/>
              </a:ext>
            </a:extLst>
          </p:cNvPr>
          <p:cNvCxnSpPr>
            <a:cxnSpLocks/>
          </p:cNvCxnSpPr>
          <p:nvPr userDrawn="1"/>
        </p:nvCxnSpPr>
        <p:spPr>
          <a:xfrm>
            <a:off x="852117" y="1172545"/>
            <a:ext cx="8919279" cy="0"/>
          </a:xfrm>
          <a:prstGeom prst="line">
            <a:avLst/>
          </a:prstGeom>
          <a:ln w="127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21">
            <a:extLst>
              <a:ext uri="{FF2B5EF4-FFF2-40B4-BE49-F238E27FC236}">
                <a16:creationId xmlns:a16="http://schemas.microsoft.com/office/drawing/2014/main" id="{2183569F-87C1-DB46-8AED-56162B279ADD}"/>
              </a:ext>
            </a:extLst>
          </p:cNvPr>
          <p:cNvCxnSpPr>
            <a:cxnSpLocks/>
          </p:cNvCxnSpPr>
          <p:nvPr userDrawn="1"/>
        </p:nvCxnSpPr>
        <p:spPr>
          <a:xfrm>
            <a:off x="128588" y="204064"/>
            <a:ext cx="642938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22">
            <a:extLst>
              <a:ext uri="{FF2B5EF4-FFF2-40B4-BE49-F238E27FC236}">
                <a16:creationId xmlns:a16="http://schemas.microsoft.com/office/drawing/2014/main" id="{81A635A4-376D-2C4E-A63D-5C24D4297487}"/>
              </a:ext>
            </a:extLst>
          </p:cNvPr>
          <p:cNvCxnSpPr>
            <a:cxnSpLocks/>
          </p:cNvCxnSpPr>
          <p:nvPr userDrawn="1"/>
        </p:nvCxnSpPr>
        <p:spPr>
          <a:xfrm>
            <a:off x="842963" y="204064"/>
            <a:ext cx="893444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제목 1">
            <a:extLst>
              <a:ext uri="{FF2B5EF4-FFF2-40B4-BE49-F238E27FC236}">
                <a16:creationId xmlns:a16="http://schemas.microsoft.com/office/drawing/2014/main" id="{3D47DCF6-71D0-D54D-96F5-FD3A492A3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963" y="206246"/>
            <a:ext cx="8934450" cy="485898"/>
          </a:xfrm>
          <a:solidFill>
            <a:schemeClr val="bg1"/>
          </a:solidFill>
        </p:spPr>
        <p:txBody>
          <a:bodyPr>
            <a:normAutofit/>
          </a:bodyPr>
          <a:lstStyle>
            <a:lvl1pPr marL="108000" indent="0">
              <a:buFontTx/>
              <a:buNone/>
              <a:defRPr sz="1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1" name="텍스트 개체 틀 3">
            <a:extLst>
              <a:ext uri="{FF2B5EF4-FFF2-40B4-BE49-F238E27FC236}">
                <a16:creationId xmlns:a16="http://schemas.microsoft.com/office/drawing/2014/main" id="{81B9817E-A66E-4C4D-BB42-13DD09F053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5374" y="809402"/>
            <a:ext cx="8934450" cy="371604"/>
          </a:xfrm>
          <a:prstGeom prst="rect">
            <a:avLst/>
          </a:prstGeom>
          <a:noFill/>
          <a:ln w="6350">
            <a:noFill/>
          </a:ln>
        </p:spPr>
        <p:txBody>
          <a:bodyPr anchor="ctr">
            <a:normAutofit/>
          </a:bodyPr>
          <a:lstStyle>
            <a:lvl1pPr marL="0" indent="0">
              <a:buFontTx/>
              <a:buNone/>
              <a:defRPr sz="1200" spc="0"/>
            </a:lvl1pPr>
          </a:lstStyle>
          <a:p>
            <a:pPr lvl="0"/>
            <a:r>
              <a:rPr lang="ko-KR" altLang="en-US" dirty="0"/>
              <a:t>이것은 소제목입니다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9214356A-3E9C-1E4F-912B-CC41D58D19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55451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218A3AE5-83E0-6947-9C20-81E94BC6F1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55451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19862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소제목_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11">
            <a:extLst>
              <a:ext uri="{FF2B5EF4-FFF2-40B4-BE49-F238E27FC236}">
                <a16:creationId xmlns:a16="http://schemas.microsoft.com/office/drawing/2014/main" id="{41CF82F3-DFF8-4CAD-94CD-705AD23435D0}"/>
              </a:ext>
            </a:extLst>
          </p:cNvPr>
          <p:cNvGraphicFramePr>
            <a:graphicFrameLocks/>
          </p:cNvGraphicFramePr>
          <p:nvPr userDrawn="1">
            <p:extLst/>
          </p:nvPr>
        </p:nvGraphicFramePr>
        <p:xfrm>
          <a:off x="128588" y="207963"/>
          <a:ext cx="9642807" cy="228602"/>
        </p:xfrm>
        <a:graphic>
          <a:graphicData uri="http://schemas.openxmlformats.org/drawingml/2006/table">
            <a:tbl>
              <a:tblPr firstRow="1" firstCol="1" lastRow="1" lastCol="1">
                <a:tableStyleId>{8799B23B-EC83-4686-B30A-512413B5E67A}</a:tableStyleId>
              </a:tblPr>
              <a:tblGrid>
                <a:gridCol w="2198162">
                  <a:extLst>
                    <a:ext uri="{9D8B030D-6E8A-4147-A177-3AD203B41FA5}">
                      <a16:colId xmlns:a16="http://schemas.microsoft.com/office/drawing/2014/main" val="2537275398"/>
                    </a:ext>
                  </a:extLst>
                </a:gridCol>
                <a:gridCol w="7444645">
                  <a:extLst>
                    <a:ext uri="{9D8B030D-6E8A-4147-A177-3AD203B41FA5}">
                      <a16:colId xmlns:a16="http://schemas.microsoft.com/office/drawing/2014/main" val="2553372595"/>
                    </a:ext>
                  </a:extLst>
                </a:gridCol>
              </a:tblGrid>
              <a:tr h="228602">
                <a:tc>
                  <a:txBody>
                    <a:bodyPr/>
                    <a:lstStyle/>
                    <a:p>
                      <a:pPr lvl="0" algn="l"/>
                      <a:endParaRPr lang="ko-Kore-KR" altLang="en-US" sz="700" b="1" dirty="0"/>
                    </a:p>
                  </a:txBody>
                  <a:tcPr marL="195000" marR="61146" marT="28295" marB="2829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ko-Kore-KR" altLang="en-US" sz="800" b="0" dirty="0"/>
                    </a:p>
                  </a:txBody>
                  <a:tcPr marL="195000" marR="61146" marT="28295" marB="2829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353526"/>
                  </a:ext>
                </a:extLst>
              </a:tr>
            </a:tbl>
          </a:graphicData>
        </a:graphic>
      </p:graphicFrame>
      <p:sp>
        <p:nvSpPr>
          <p:cNvPr id="17" name="텍스트 개체 틀 5">
            <a:extLst>
              <a:ext uri="{FF2B5EF4-FFF2-40B4-BE49-F238E27FC236}">
                <a16:creationId xmlns:a16="http://schemas.microsoft.com/office/drawing/2014/main" id="{77864350-D0A4-954D-96AB-6BACB19A1B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1643" y="214189"/>
            <a:ext cx="7025769" cy="216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108000" indent="0">
              <a:lnSpc>
                <a:spcPct val="100000"/>
              </a:lnSpc>
              <a:buFontTx/>
              <a:buNone/>
              <a:defRPr sz="800"/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A4911D3-3E36-D340-85E8-56386BA29A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55451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  <p:sp>
        <p:nvSpPr>
          <p:cNvPr id="10" name="슬라이드 번호 개체 틀 3">
            <a:extLst>
              <a:ext uri="{FF2B5EF4-FFF2-40B4-BE49-F238E27FC236}">
                <a16:creationId xmlns:a16="http://schemas.microsoft.com/office/drawing/2014/main" id="{462F5AFB-6277-5C4F-BF1F-2F4919C8E6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55451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8CD60E00-CD6F-E74C-9499-6C9C9EA28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41584" y="214189"/>
            <a:ext cx="387513" cy="216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buFontTx/>
              <a:buNone/>
              <a:defRPr sz="882" spc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8" name="텍스트 개체 틀 5">
            <a:extLst>
              <a:ext uri="{FF2B5EF4-FFF2-40B4-BE49-F238E27FC236}">
                <a16:creationId xmlns:a16="http://schemas.microsoft.com/office/drawing/2014/main" id="{7F7E9518-FF90-B340-8653-098D5A66B4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8365" y="214189"/>
            <a:ext cx="2190672" cy="216000"/>
          </a:xfrm>
          <a:prstGeom prst="rect">
            <a:avLst/>
          </a:prstGeom>
        </p:spPr>
        <p:txBody>
          <a:bodyPr>
            <a:noAutofit/>
          </a:bodyPr>
          <a:lstStyle>
            <a:lvl1pPr marL="108000" indent="0">
              <a:lnSpc>
                <a:spcPct val="100000"/>
              </a:lnSpc>
              <a:buFontTx/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3546861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대제목_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7">
            <a:extLst>
              <a:ext uri="{FF2B5EF4-FFF2-40B4-BE49-F238E27FC236}">
                <a16:creationId xmlns:a16="http://schemas.microsoft.com/office/drawing/2014/main" id="{50884C2E-8ED0-FA4C-91E9-3ADF647D9F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0637" y="206246"/>
            <a:ext cx="642938" cy="4859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marL="108000" indent="0" algn="ctr">
              <a:buFontTx/>
              <a:buNone/>
              <a:defRPr sz="20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altLang="ko-KR" dirty="0"/>
              <a:t>10</a:t>
            </a:r>
            <a:endParaRPr lang="ko-KR" altLang="en-US" dirty="0"/>
          </a:p>
        </p:txBody>
      </p:sp>
      <p:cxnSp>
        <p:nvCxnSpPr>
          <p:cNvPr id="17" name="직선 연결선 14">
            <a:extLst>
              <a:ext uri="{FF2B5EF4-FFF2-40B4-BE49-F238E27FC236}">
                <a16:creationId xmlns:a16="http://schemas.microsoft.com/office/drawing/2014/main" id="{2D0ACED2-67A9-1C4F-9D8E-13E7C7F34B76}"/>
              </a:ext>
            </a:extLst>
          </p:cNvPr>
          <p:cNvCxnSpPr>
            <a:cxnSpLocks/>
          </p:cNvCxnSpPr>
          <p:nvPr userDrawn="1"/>
        </p:nvCxnSpPr>
        <p:spPr>
          <a:xfrm>
            <a:off x="128588" y="704513"/>
            <a:ext cx="642938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5">
            <a:extLst>
              <a:ext uri="{FF2B5EF4-FFF2-40B4-BE49-F238E27FC236}">
                <a16:creationId xmlns:a16="http://schemas.microsoft.com/office/drawing/2014/main" id="{78E99357-18B8-0A44-97C6-61C45A69A2FC}"/>
              </a:ext>
            </a:extLst>
          </p:cNvPr>
          <p:cNvCxnSpPr>
            <a:cxnSpLocks/>
          </p:cNvCxnSpPr>
          <p:nvPr userDrawn="1"/>
        </p:nvCxnSpPr>
        <p:spPr>
          <a:xfrm flipV="1">
            <a:off x="842963" y="692144"/>
            <a:ext cx="8934449" cy="12369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21">
            <a:extLst>
              <a:ext uri="{FF2B5EF4-FFF2-40B4-BE49-F238E27FC236}">
                <a16:creationId xmlns:a16="http://schemas.microsoft.com/office/drawing/2014/main" id="{57322D85-0B2E-2C42-9178-96C28067F10C}"/>
              </a:ext>
            </a:extLst>
          </p:cNvPr>
          <p:cNvCxnSpPr>
            <a:cxnSpLocks/>
          </p:cNvCxnSpPr>
          <p:nvPr userDrawn="1"/>
        </p:nvCxnSpPr>
        <p:spPr>
          <a:xfrm>
            <a:off x="128588" y="204064"/>
            <a:ext cx="64293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22">
            <a:extLst>
              <a:ext uri="{FF2B5EF4-FFF2-40B4-BE49-F238E27FC236}">
                <a16:creationId xmlns:a16="http://schemas.microsoft.com/office/drawing/2014/main" id="{DB8CD088-CEC4-8E4B-B3E0-6A736D81241D}"/>
              </a:ext>
            </a:extLst>
          </p:cNvPr>
          <p:cNvCxnSpPr>
            <a:cxnSpLocks/>
          </p:cNvCxnSpPr>
          <p:nvPr userDrawn="1"/>
        </p:nvCxnSpPr>
        <p:spPr>
          <a:xfrm>
            <a:off x="842963" y="204064"/>
            <a:ext cx="893444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1">
            <a:extLst>
              <a:ext uri="{FF2B5EF4-FFF2-40B4-BE49-F238E27FC236}">
                <a16:creationId xmlns:a16="http://schemas.microsoft.com/office/drawing/2014/main" id="{494C8903-C41B-EB44-857A-44935C5A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963" y="206246"/>
            <a:ext cx="8934450" cy="485898"/>
          </a:xfrm>
          <a:solidFill>
            <a:schemeClr val="bg1"/>
          </a:solidFill>
        </p:spPr>
        <p:txBody>
          <a:bodyPr>
            <a:normAutofit/>
          </a:bodyPr>
          <a:lstStyle>
            <a:lvl1pPr marL="108000" indent="0">
              <a:buFontTx/>
              <a:buNone/>
              <a:defRPr sz="1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60034547-CE2F-FA4D-9CA4-5248612305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55451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  <p:sp>
        <p:nvSpPr>
          <p:cNvPr id="12" name="슬라이드 번호 개체 틀 3">
            <a:extLst>
              <a:ext uri="{FF2B5EF4-FFF2-40B4-BE49-F238E27FC236}">
                <a16:creationId xmlns:a16="http://schemas.microsoft.com/office/drawing/2014/main" id="{895D7CC4-2D21-C14E-B2D3-A75990226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55451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47163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대제목+소제목_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FA54FFC4-C113-6B42-86FC-C18451525A69}"/>
              </a:ext>
            </a:extLst>
          </p:cNvPr>
          <p:cNvSpPr/>
          <p:nvPr userDrawn="1"/>
        </p:nvSpPr>
        <p:spPr>
          <a:xfrm>
            <a:off x="288338" y="790100"/>
            <a:ext cx="459856" cy="2031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텍스트 개체 틀 8">
            <a:extLst>
              <a:ext uri="{FF2B5EF4-FFF2-40B4-BE49-F238E27FC236}">
                <a16:creationId xmlns:a16="http://schemas.microsoft.com/office/drawing/2014/main" id="{7BE04EFA-6D54-C94B-BCF9-12C666A254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3365" y="810948"/>
            <a:ext cx="527709" cy="369332"/>
          </a:xfrm>
          <a:prstGeom prst="rect">
            <a:avLst/>
          </a:prstGeom>
          <a:solidFill>
            <a:schemeClr val="accent2"/>
          </a:solidFill>
        </p:spPr>
        <p:txBody>
          <a:bodyPr wrap="none" anchor="ctr" anchorCtr="0">
            <a:spAutoFit/>
          </a:bodyPr>
          <a:lstStyle>
            <a:lvl1pPr marL="108000" indent="0" algn="ctr">
              <a:buFontTx/>
              <a:buNone/>
              <a:defRPr sz="1800"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01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A50EC09-F3D1-4D1A-9008-89DBE740397A}"/>
              </a:ext>
            </a:extLst>
          </p:cNvPr>
          <p:cNvCxnSpPr>
            <a:cxnSpLocks/>
          </p:cNvCxnSpPr>
          <p:nvPr userDrawn="1"/>
        </p:nvCxnSpPr>
        <p:spPr>
          <a:xfrm>
            <a:off x="852117" y="1172545"/>
            <a:ext cx="891927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9214356A-3E9C-1E4F-912B-CC41D58D19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55451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218A3AE5-83E0-6947-9C20-81E94BC6F1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55451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14" name="텍스트 개체 틀 7">
            <a:extLst>
              <a:ext uri="{FF2B5EF4-FFF2-40B4-BE49-F238E27FC236}">
                <a16:creationId xmlns:a16="http://schemas.microsoft.com/office/drawing/2014/main" id="{8FFF41E2-209D-F445-967A-FD89D0C0998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0637" y="206246"/>
            <a:ext cx="642938" cy="4859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marL="108000" indent="0" algn="ctr">
              <a:buFontTx/>
              <a:buNone/>
              <a:defRPr sz="20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altLang="ko-KR" dirty="0"/>
              <a:t>10</a:t>
            </a:r>
            <a:endParaRPr lang="ko-KR" altLang="en-US" dirty="0"/>
          </a:p>
        </p:txBody>
      </p:sp>
      <p:cxnSp>
        <p:nvCxnSpPr>
          <p:cNvPr id="18" name="직선 연결선 14">
            <a:extLst>
              <a:ext uri="{FF2B5EF4-FFF2-40B4-BE49-F238E27FC236}">
                <a16:creationId xmlns:a16="http://schemas.microsoft.com/office/drawing/2014/main" id="{A3C60AAF-A155-6D4D-A0E1-576A88966923}"/>
              </a:ext>
            </a:extLst>
          </p:cNvPr>
          <p:cNvCxnSpPr>
            <a:cxnSpLocks/>
          </p:cNvCxnSpPr>
          <p:nvPr userDrawn="1"/>
        </p:nvCxnSpPr>
        <p:spPr>
          <a:xfrm>
            <a:off x="128588" y="704513"/>
            <a:ext cx="642938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5">
            <a:extLst>
              <a:ext uri="{FF2B5EF4-FFF2-40B4-BE49-F238E27FC236}">
                <a16:creationId xmlns:a16="http://schemas.microsoft.com/office/drawing/2014/main" id="{5E73ED76-7063-BF48-8E09-D8E6738F0E5F}"/>
              </a:ext>
            </a:extLst>
          </p:cNvPr>
          <p:cNvCxnSpPr>
            <a:cxnSpLocks/>
          </p:cNvCxnSpPr>
          <p:nvPr userDrawn="1"/>
        </p:nvCxnSpPr>
        <p:spPr>
          <a:xfrm flipV="1">
            <a:off x="842963" y="692144"/>
            <a:ext cx="8934449" cy="12369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32B1AE1-6E1E-9440-8E5A-B16CC086CC24}"/>
              </a:ext>
            </a:extLst>
          </p:cNvPr>
          <p:cNvCxnSpPr>
            <a:cxnSpLocks/>
          </p:cNvCxnSpPr>
          <p:nvPr userDrawn="1"/>
        </p:nvCxnSpPr>
        <p:spPr>
          <a:xfrm>
            <a:off x="128588" y="204064"/>
            <a:ext cx="64293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642C0AEB-4CD3-754A-8185-07A662D419A4}"/>
              </a:ext>
            </a:extLst>
          </p:cNvPr>
          <p:cNvCxnSpPr>
            <a:cxnSpLocks/>
          </p:cNvCxnSpPr>
          <p:nvPr userDrawn="1"/>
        </p:nvCxnSpPr>
        <p:spPr>
          <a:xfrm>
            <a:off x="842963" y="204064"/>
            <a:ext cx="893444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제목 1">
            <a:extLst>
              <a:ext uri="{FF2B5EF4-FFF2-40B4-BE49-F238E27FC236}">
                <a16:creationId xmlns:a16="http://schemas.microsoft.com/office/drawing/2014/main" id="{D15D2DAE-6850-8043-A3AD-6490B6831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963" y="206246"/>
            <a:ext cx="8934450" cy="485898"/>
          </a:xfrm>
          <a:solidFill>
            <a:schemeClr val="bg1"/>
          </a:solidFill>
        </p:spPr>
        <p:txBody>
          <a:bodyPr>
            <a:normAutofit/>
          </a:bodyPr>
          <a:lstStyle>
            <a:lvl1pPr marL="108000" indent="0">
              <a:buFontTx/>
              <a:buNone/>
              <a:defRPr sz="1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5" name="텍스트 개체 틀 3">
            <a:extLst>
              <a:ext uri="{FF2B5EF4-FFF2-40B4-BE49-F238E27FC236}">
                <a16:creationId xmlns:a16="http://schemas.microsoft.com/office/drawing/2014/main" id="{A887CFE6-7FB1-C542-BC3D-F4FB5632CA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5374" y="809402"/>
            <a:ext cx="8934450" cy="371604"/>
          </a:xfrm>
          <a:prstGeom prst="rect">
            <a:avLst/>
          </a:prstGeom>
          <a:noFill/>
          <a:ln w="6350">
            <a:noFill/>
          </a:ln>
        </p:spPr>
        <p:txBody>
          <a:bodyPr anchor="ctr">
            <a:normAutofit/>
          </a:bodyPr>
          <a:lstStyle>
            <a:lvl1pPr marL="0" indent="0">
              <a:buFontTx/>
              <a:buNone/>
              <a:defRPr sz="1200" spc="0"/>
            </a:lvl1pPr>
          </a:lstStyle>
          <a:p>
            <a:pPr lvl="0"/>
            <a:r>
              <a:rPr lang="ko-KR" altLang="en-US" dirty="0"/>
              <a:t>이것은 소제목입니다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67102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테이블 복사용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77B396ED-0318-474A-ADC2-4C0011513AC1}"/>
              </a:ext>
            </a:extLst>
          </p:cNvPr>
          <p:cNvGrpSpPr/>
          <p:nvPr userDrawn="1"/>
        </p:nvGrpSpPr>
        <p:grpSpPr>
          <a:xfrm>
            <a:off x="137444" y="616093"/>
            <a:ext cx="1641582" cy="245003"/>
            <a:chOff x="200025" y="692150"/>
            <a:chExt cx="1619908" cy="245003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D406196B-67CE-44D3-A23E-385DE74A91D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00025" y="725014"/>
              <a:ext cx="178859" cy="16510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3DFF1C8-676C-4127-BA97-6E1EB7C446E7}"/>
                </a:ext>
              </a:extLst>
            </p:cNvPr>
            <p:cNvSpPr txBox="1"/>
            <p:nvPr userDrawn="1"/>
          </p:nvSpPr>
          <p:spPr>
            <a:xfrm>
              <a:off x="468726" y="692150"/>
              <a:ext cx="1351207" cy="2450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92" b="1" dirty="0"/>
                <a:t>타이틀을 넣어주세요</a:t>
              </a:r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E277CD5-006E-4345-9A7B-146DAAF7B310}"/>
              </a:ext>
            </a:extLst>
          </p:cNvPr>
          <p:cNvSpPr/>
          <p:nvPr userDrawn="1"/>
        </p:nvSpPr>
        <p:spPr>
          <a:xfrm>
            <a:off x="6774552" y="-4379"/>
            <a:ext cx="3152776" cy="4005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kumimoji="1" lang="ko-KR" altLang="en-US" sz="1400" b="1" dirty="0"/>
              <a:t>본 마스터는 테이블 </a:t>
            </a:r>
            <a:r>
              <a:rPr kumimoji="1" lang="ko-KR" altLang="en-US" sz="1400" b="1" dirty="0" err="1"/>
              <a:t>복사용</a:t>
            </a:r>
            <a:r>
              <a:rPr kumimoji="1" lang="ko-KR" altLang="en-US" sz="1400" b="1" dirty="0"/>
              <a:t> 입니다</a:t>
            </a:r>
            <a:r>
              <a:rPr kumimoji="1" lang="en-US" altLang="ko-KR" sz="1400" b="1" dirty="0"/>
              <a:t>.</a:t>
            </a:r>
          </a:p>
        </p:txBody>
      </p:sp>
      <p:graphicFrame>
        <p:nvGraphicFramePr>
          <p:cNvPr id="18" name="표 19">
            <a:extLst>
              <a:ext uri="{FF2B5EF4-FFF2-40B4-BE49-F238E27FC236}">
                <a16:creationId xmlns:a16="http://schemas.microsoft.com/office/drawing/2014/main" id="{54976CD7-D480-8549-B045-45820BF23B2F}"/>
              </a:ext>
            </a:extLst>
          </p:cNvPr>
          <p:cNvGraphicFramePr>
            <a:graphicFrameLocks/>
          </p:cNvGraphicFramePr>
          <p:nvPr userDrawn="1">
            <p:extLst/>
          </p:nvPr>
        </p:nvGraphicFramePr>
        <p:xfrm>
          <a:off x="137443" y="920772"/>
          <a:ext cx="9642806" cy="10332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015468">
                  <a:extLst>
                    <a:ext uri="{9D8B030D-6E8A-4147-A177-3AD203B41FA5}">
                      <a16:colId xmlns:a16="http://schemas.microsoft.com/office/drawing/2014/main" val="168222491"/>
                    </a:ext>
                  </a:extLst>
                </a:gridCol>
                <a:gridCol w="1171578">
                  <a:extLst>
                    <a:ext uri="{9D8B030D-6E8A-4147-A177-3AD203B41FA5}">
                      <a16:colId xmlns:a16="http://schemas.microsoft.com/office/drawing/2014/main" val="899168643"/>
                    </a:ext>
                  </a:extLst>
                </a:gridCol>
                <a:gridCol w="671958">
                  <a:extLst>
                    <a:ext uri="{9D8B030D-6E8A-4147-A177-3AD203B41FA5}">
                      <a16:colId xmlns:a16="http://schemas.microsoft.com/office/drawing/2014/main" val="2032176580"/>
                    </a:ext>
                  </a:extLst>
                </a:gridCol>
                <a:gridCol w="680239">
                  <a:extLst>
                    <a:ext uri="{9D8B030D-6E8A-4147-A177-3AD203B41FA5}">
                      <a16:colId xmlns:a16="http://schemas.microsoft.com/office/drawing/2014/main" val="3243356629"/>
                    </a:ext>
                  </a:extLst>
                </a:gridCol>
                <a:gridCol w="1288093">
                  <a:extLst>
                    <a:ext uri="{9D8B030D-6E8A-4147-A177-3AD203B41FA5}">
                      <a16:colId xmlns:a16="http://schemas.microsoft.com/office/drawing/2014/main" val="2496975443"/>
                    </a:ext>
                  </a:extLst>
                </a:gridCol>
                <a:gridCol w="1284758">
                  <a:extLst>
                    <a:ext uri="{9D8B030D-6E8A-4147-A177-3AD203B41FA5}">
                      <a16:colId xmlns:a16="http://schemas.microsoft.com/office/drawing/2014/main" val="1887893621"/>
                    </a:ext>
                  </a:extLst>
                </a:gridCol>
                <a:gridCol w="1029549">
                  <a:extLst>
                    <a:ext uri="{9D8B030D-6E8A-4147-A177-3AD203B41FA5}">
                      <a16:colId xmlns:a16="http://schemas.microsoft.com/office/drawing/2014/main" val="2122718689"/>
                    </a:ext>
                  </a:extLst>
                </a:gridCol>
                <a:gridCol w="1256651">
                  <a:extLst>
                    <a:ext uri="{9D8B030D-6E8A-4147-A177-3AD203B41FA5}">
                      <a16:colId xmlns:a16="http://schemas.microsoft.com/office/drawing/2014/main" val="4012380240"/>
                    </a:ext>
                  </a:extLst>
                </a:gridCol>
                <a:gridCol w="1244512">
                  <a:extLst>
                    <a:ext uri="{9D8B030D-6E8A-4147-A177-3AD203B41FA5}">
                      <a16:colId xmlns:a16="http://schemas.microsoft.com/office/drawing/2014/main" val="1261303043"/>
                    </a:ext>
                  </a:extLst>
                </a:gridCol>
              </a:tblGrid>
              <a:tr h="228600"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126716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56590" marR="56590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ko-Kore-KR" altLang="en-US" sz="600" b="0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56590" marR="5659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항목</a:t>
                      </a:r>
                      <a:r>
                        <a:rPr lang="en-US" altLang="ko-KR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  <a:endParaRPr lang="ko-Kore-KR" altLang="en-US" sz="8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항목</a:t>
                      </a:r>
                      <a:r>
                        <a:rPr lang="en-US" altLang="ko-KR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</a:t>
                      </a:r>
                      <a:endParaRPr lang="ko-Kore-KR" altLang="en-US" sz="8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1</a:t>
                      </a:r>
                      <a:endParaRPr lang="ko-Kore-KR" altLang="en-US" sz="800" b="0" kern="120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항목</a:t>
                      </a:r>
                      <a:r>
                        <a:rPr lang="en-US" altLang="ko-KR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</a:t>
                      </a:r>
                      <a:endParaRPr lang="ko-Kore-KR" altLang="en-US" sz="8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항목</a:t>
                      </a:r>
                      <a:r>
                        <a:rPr lang="en-US" altLang="ko-KR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</a:t>
                      </a:r>
                      <a:endParaRPr lang="ko-Kore-KR" altLang="en-US" sz="8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항목</a:t>
                      </a:r>
                      <a:r>
                        <a:rPr lang="en-US" altLang="ko-KR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  <a:endParaRPr lang="ko-Kore-KR" altLang="en-US" sz="8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항목</a:t>
                      </a:r>
                      <a:r>
                        <a:rPr lang="en-US" altLang="ko-KR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  <a:endParaRPr lang="ko-Kore-KR" altLang="en-US" sz="8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91028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0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685556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0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7942737"/>
                  </a:ext>
                </a:extLst>
              </a:tr>
            </a:tbl>
          </a:graphicData>
        </a:graphic>
      </p:graphicFrame>
      <p:graphicFrame>
        <p:nvGraphicFramePr>
          <p:cNvPr id="19" name="표 19">
            <a:extLst>
              <a:ext uri="{FF2B5EF4-FFF2-40B4-BE49-F238E27FC236}">
                <a16:creationId xmlns:a16="http://schemas.microsoft.com/office/drawing/2014/main" id="{162390A4-DF60-F340-B515-4223A17FDFB7}"/>
              </a:ext>
            </a:extLst>
          </p:cNvPr>
          <p:cNvGraphicFramePr>
            <a:graphicFrameLocks/>
          </p:cNvGraphicFramePr>
          <p:nvPr userDrawn="1">
            <p:extLst/>
          </p:nvPr>
        </p:nvGraphicFramePr>
        <p:xfrm>
          <a:off x="137443" y="2159524"/>
          <a:ext cx="9642806" cy="8046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015468">
                  <a:extLst>
                    <a:ext uri="{9D8B030D-6E8A-4147-A177-3AD203B41FA5}">
                      <a16:colId xmlns:a16="http://schemas.microsoft.com/office/drawing/2014/main" val="168222491"/>
                    </a:ext>
                  </a:extLst>
                </a:gridCol>
                <a:gridCol w="1171578">
                  <a:extLst>
                    <a:ext uri="{9D8B030D-6E8A-4147-A177-3AD203B41FA5}">
                      <a16:colId xmlns:a16="http://schemas.microsoft.com/office/drawing/2014/main" val="899168643"/>
                    </a:ext>
                  </a:extLst>
                </a:gridCol>
                <a:gridCol w="671958">
                  <a:extLst>
                    <a:ext uri="{9D8B030D-6E8A-4147-A177-3AD203B41FA5}">
                      <a16:colId xmlns:a16="http://schemas.microsoft.com/office/drawing/2014/main" val="2032176580"/>
                    </a:ext>
                  </a:extLst>
                </a:gridCol>
                <a:gridCol w="680239">
                  <a:extLst>
                    <a:ext uri="{9D8B030D-6E8A-4147-A177-3AD203B41FA5}">
                      <a16:colId xmlns:a16="http://schemas.microsoft.com/office/drawing/2014/main" val="3243356629"/>
                    </a:ext>
                  </a:extLst>
                </a:gridCol>
                <a:gridCol w="3602400">
                  <a:extLst>
                    <a:ext uri="{9D8B030D-6E8A-4147-A177-3AD203B41FA5}">
                      <a16:colId xmlns:a16="http://schemas.microsoft.com/office/drawing/2014/main" val="2496975443"/>
                    </a:ext>
                  </a:extLst>
                </a:gridCol>
                <a:gridCol w="1256651">
                  <a:extLst>
                    <a:ext uri="{9D8B030D-6E8A-4147-A177-3AD203B41FA5}">
                      <a16:colId xmlns:a16="http://schemas.microsoft.com/office/drawing/2014/main" val="4012380240"/>
                    </a:ext>
                  </a:extLst>
                </a:gridCol>
                <a:gridCol w="1244512">
                  <a:extLst>
                    <a:ext uri="{9D8B030D-6E8A-4147-A177-3AD203B41FA5}">
                      <a16:colId xmlns:a16="http://schemas.microsoft.com/office/drawing/2014/main" val="126130304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bg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1267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0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685556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0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7942737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DBBD8E2C-2956-8942-9CEA-096B561E8CBC}"/>
              </a:ext>
            </a:extLst>
          </p:cNvPr>
          <p:cNvGraphicFramePr>
            <a:graphicFrameLocks noGrp="1"/>
          </p:cNvGraphicFramePr>
          <p:nvPr userDrawn="1">
            <p:extLst/>
          </p:nvPr>
        </p:nvGraphicFramePr>
        <p:xfrm>
          <a:off x="128588" y="3750030"/>
          <a:ext cx="9648825" cy="92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628">
                  <a:extLst>
                    <a:ext uri="{9D8B030D-6E8A-4147-A177-3AD203B41FA5}">
                      <a16:colId xmlns:a16="http://schemas.microsoft.com/office/drawing/2014/main" val="3290595421"/>
                    </a:ext>
                  </a:extLst>
                </a:gridCol>
                <a:gridCol w="2180902">
                  <a:extLst>
                    <a:ext uri="{9D8B030D-6E8A-4147-A177-3AD203B41FA5}">
                      <a16:colId xmlns:a16="http://schemas.microsoft.com/office/drawing/2014/main" val="548218831"/>
                    </a:ext>
                  </a:extLst>
                </a:gridCol>
                <a:gridCol w="1929765">
                  <a:extLst>
                    <a:ext uri="{9D8B030D-6E8A-4147-A177-3AD203B41FA5}">
                      <a16:colId xmlns:a16="http://schemas.microsoft.com/office/drawing/2014/main" val="70398807"/>
                    </a:ext>
                  </a:extLst>
                </a:gridCol>
                <a:gridCol w="1929765">
                  <a:extLst>
                    <a:ext uri="{9D8B030D-6E8A-4147-A177-3AD203B41FA5}">
                      <a16:colId xmlns:a16="http://schemas.microsoft.com/office/drawing/2014/main" val="272618639"/>
                    </a:ext>
                  </a:extLst>
                </a:gridCol>
                <a:gridCol w="1929765">
                  <a:extLst>
                    <a:ext uri="{9D8B030D-6E8A-4147-A177-3AD203B41FA5}">
                      <a16:colId xmlns:a16="http://schemas.microsoft.com/office/drawing/2014/main" val="337289295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분류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716825"/>
                  </a:ext>
                </a:extLst>
              </a:tr>
              <a:tr h="230400">
                <a:tc rowSpan="2">
                  <a:txBody>
                    <a:bodyPr/>
                    <a:lstStyle/>
                    <a:p>
                      <a:pPr marL="0"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177931"/>
                  </a:ext>
                </a:extLst>
              </a:tr>
              <a:tr h="230400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6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0" marR="56443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28411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marL="0"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27757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6CFB8FBD-F7D6-724D-A3A8-CDECEF7F976C}"/>
              </a:ext>
            </a:extLst>
          </p:cNvPr>
          <p:cNvGraphicFramePr>
            <a:graphicFrameLocks noGrp="1"/>
          </p:cNvGraphicFramePr>
          <p:nvPr userDrawn="1">
            <p:extLst/>
          </p:nvPr>
        </p:nvGraphicFramePr>
        <p:xfrm>
          <a:off x="128588" y="4783269"/>
          <a:ext cx="9648825" cy="92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628">
                  <a:extLst>
                    <a:ext uri="{9D8B030D-6E8A-4147-A177-3AD203B41FA5}">
                      <a16:colId xmlns:a16="http://schemas.microsoft.com/office/drawing/2014/main" val="3290595421"/>
                    </a:ext>
                  </a:extLst>
                </a:gridCol>
                <a:gridCol w="2180902">
                  <a:extLst>
                    <a:ext uri="{9D8B030D-6E8A-4147-A177-3AD203B41FA5}">
                      <a16:colId xmlns:a16="http://schemas.microsoft.com/office/drawing/2014/main" val="548218831"/>
                    </a:ext>
                  </a:extLst>
                </a:gridCol>
                <a:gridCol w="1929765">
                  <a:extLst>
                    <a:ext uri="{9D8B030D-6E8A-4147-A177-3AD203B41FA5}">
                      <a16:colId xmlns:a16="http://schemas.microsoft.com/office/drawing/2014/main" val="70398807"/>
                    </a:ext>
                  </a:extLst>
                </a:gridCol>
                <a:gridCol w="1929765">
                  <a:extLst>
                    <a:ext uri="{9D8B030D-6E8A-4147-A177-3AD203B41FA5}">
                      <a16:colId xmlns:a16="http://schemas.microsoft.com/office/drawing/2014/main" val="272618639"/>
                    </a:ext>
                  </a:extLst>
                </a:gridCol>
                <a:gridCol w="1929765">
                  <a:extLst>
                    <a:ext uri="{9D8B030D-6E8A-4147-A177-3AD203B41FA5}">
                      <a16:colId xmlns:a16="http://schemas.microsoft.com/office/drawing/2014/main" val="337289295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분류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716825"/>
                  </a:ext>
                </a:extLst>
              </a:tr>
              <a:tr h="2304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177931"/>
                  </a:ext>
                </a:extLst>
              </a:tr>
              <a:tr h="230400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6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0" marR="56443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28411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noFill/>
                      <a:prstDash val="soli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27757"/>
                  </a:ext>
                </a:extLst>
              </a:tr>
            </a:tbl>
          </a:graphicData>
        </a:graphic>
      </p:graphicFrame>
      <p:grpSp>
        <p:nvGrpSpPr>
          <p:cNvPr id="22" name="그룹 21">
            <a:extLst>
              <a:ext uri="{FF2B5EF4-FFF2-40B4-BE49-F238E27FC236}">
                <a16:creationId xmlns:a16="http://schemas.microsoft.com/office/drawing/2014/main" id="{62D53F64-C74C-BE48-ABA1-6C09D95CFED9}"/>
              </a:ext>
            </a:extLst>
          </p:cNvPr>
          <p:cNvGrpSpPr/>
          <p:nvPr userDrawn="1"/>
        </p:nvGrpSpPr>
        <p:grpSpPr>
          <a:xfrm>
            <a:off x="156020" y="3429000"/>
            <a:ext cx="1641582" cy="245003"/>
            <a:chOff x="200025" y="692150"/>
            <a:chExt cx="1619908" cy="245003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D7E0B09F-0A6D-5142-A93A-450A12C88B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00025" y="725014"/>
              <a:ext cx="178859" cy="1651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A60FEFE-584B-C04D-A722-30C0476F83E0}"/>
                </a:ext>
              </a:extLst>
            </p:cNvPr>
            <p:cNvSpPr txBox="1"/>
            <p:nvPr userDrawn="1"/>
          </p:nvSpPr>
          <p:spPr>
            <a:xfrm>
              <a:off x="468726" y="692150"/>
              <a:ext cx="1351207" cy="2450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92" b="1" dirty="0"/>
                <a:t>타이틀을 넣어주세요</a:t>
              </a:r>
            </a:p>
          </p:txBody>
        </p:sp>
      </p:grp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6B78146-08CE-C248-B7BD-8A9247AF0E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55451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8D42CAF8-FE74-6440-BB94-4F166614B4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55451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6675F3E1-E3FA-344C-873C-5AF55FB42971}"/>
              </a:ext>
            </a:extLst>
          </p:cNvPr>
          <p:cNvGrpSpPr/>
          <p:nvPr userDrawn="1"/>
        </p:nvGrpSpPr>
        <p:grpSpPr>
          <a:xfrm>
            <a:off x="9911426" y="920772"/>
            <a:ext cx="1572016" cy="2383054"/>
            <a:chOff x="6858001" y="1590806"/>
            <a:chExt cx="1572016" cy="2383054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F5AF964F-4708-0949-8926-FDB268EEB900}"/>
                </a:ext>
              </a:extLst>
            </p:cNvPr>
            <p:cNvSpPr/>
            <p:nvPr userDrawn="1"/>
          </p:nvSpPr>
          <p:spPr>
            <a:xfrm>
              <a:off x="6858001" y="1590806"/>
              <a:ext cx="1572016" cy="2383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BD5B23AA-7327-654F-B161-0E05FA95CED3}"/>
                </a:ext>
              </a:extLst>
            </p:cNvPr>
            <p:cNvGrpSpPr/>
            <p:nvPr userDrawn="1"/>
          </p:nvGrpSpPr>
          <p:grpSpPr>
            <a:xfrm>
              <a:off x="6929711" y="2838837"/>
              <a:ext cx="1499128" cy="896527"/>
              <a:chOff x="6929711" y="3986993"/>
              <a:chExt cx="1499128" cy="896527"/>
            </a:xfrm>
          </p:grpSpPr>
          <p:pic>
            <p:nvPicPr>
              <p:cNvPr id="41" name="그림 40">
                <a:extLst>
                  <a:ext uri="{FF2B5EF4-FFF2-40B4-BE49-F238E27FC236}">
                    <a16:creationId xmlns:a16="http://schemas.microsoft.com/office/drawing/2014/main" id="{E4B01B3B-0ECA-404B-9D79-DD87296AFA3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7506699" y="4283981"/>
                <a:ext cx="640984" cy="146893"/>
              </a:xfrm>
              <a:prstGeom prst="rect">
                <a:avLst/>
              </a:prstGeom>
            </p:spPr>
          </p:pic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4D45E85-5CFA-E04A-B723-48BDA4F93A1F}"/>
                  </a:ext>
                </a:extLst>
              </p:cNvPr>
              <p:cNvSpPr txBox="1"/>
              <p:nvPr userDrawn="1"/>
            </p:nvSpPr>
            <p:spPr>
              <a:xfrm>
                <a:off x="6929711" y="3986993"/>
                <a:ext cx="1499128" cy="8965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내부 세로선 및 셀 </a:t>
                </a:r>
                <a:r>
                  <a:rPr kumimoji="1" lang="ko-KR" altLang="en-US" sz="900" b="1" dirty="0" err="1"/>
                  <a:t>분할선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종류 </a:t>
                </a:r>
                <a:r>
                  <a:rPr kumimoji="1" lang="en-US" altLang="ko-KR" sz="900" b="1" dirty="0"/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두께 </a:t>
                </a:r>
                <a:r>
                  <a:rPr kumimoji="1" lang="en-US" altLang="ko-KR" sz="900" b="1" dirty="0"/>
                  <a:t>: ½ </a:t>
                </a:r>
                <a:r>
                  <a:rPr kumimoji="1" lang="en-US" altLang="ko-KR" sz="900" b="1" dirty="0" err="1"/>
                  <a:t>pt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색상 </a:t>
                </a:r>
                <a:r>
                  <a:rPr kumimoji="1" lang="en-US" altLang="ko-KR" sz="900" b="1" dirty="0"/>
                  <a:t>: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231,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231,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231</a:t>
                </a:r>
                <a:endParaRPr kumimoji="1" lang="ko-Kore-KR" altLang="en-US" sz="900" b="1" dirty="0"/>
              </a:p>
            </p:txBody>
          </p:sp>
        </p:grp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43CFD9B7-9695-C747-A02E-87FE305F0797}"/>
                </a:ext>
              </a:extLst>
            </p:cNvPr>
            <p:cNvGrpSpPr/>
            <p:nvPr userDrawn="1"/>
          </p:nvGrpSpPr>
          <p:grpSpPr>
            <a:xfrm>
              <a:off x="6929711" y="1710137"/>
              <a:ext cx="1428596" cy="896527"/>
              <a:chOff x="6929711" y="1710137"/>
              <a:chExt cx="1428596" cy="896527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0783A3B-A864-C04D-AD04-30E28850C12F}"/>
                  </a:ext>
                </a:extLst>
              </p:cNvPr>
              <p:cNvSpPr txBox="1"/>
              <p:nvPr userDrawn="1"/>
            </p:nvSpPr>
            <p:spPr>
              <a:xfrm>
                <a:off x="6929711" y="1710137"/>
                <a:ext cx="1428596" cy="8965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내부</a:t>
                </a:r>
                <a:r>
                  <a:rPr kumimoji="1" lang="en-US" altLang="ko-KR" sz="900" b="1" dirty="0"/>
                  <a:t> </a:t>
                </a:r>
                <a:r>
                  <a:rPr kumimoji="1" lang="ko-KR" altLang="en-US" sz="900" b="1" dirty="0"/>
                  <a:t>가로선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종류 </a:t>
                </a:r>
                <a:r>
                  <a:rPr kumimoji="1" lang="en-US" altLang="ko-KR" sz="900" b="1" dirty="0"/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두께 </a:t>
                </a:r>
                <a:r>
                  <a:rPr kumimoji="1" lang="en-US" altLang="ko-KR" sz="900" b="1" dirty="0"/>
                  <a:t>: ½ </a:t>
                </a:r>
                <a:r>
                  <a:rPr kumimoji="1" lang="en-US" altLang="ko-KR" sz="900" b="1" dirty="0" err="1"/>
                  <a:t>pt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색상 </a:t>
                </a:r>
                <a:r>
                  <a:rPr kumimoji="1" lang="en-US" altLang="ko-KR" sz="900" b="1" dirty="0"/>
                  <a:t>: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135,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135,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135</a:t>
                </a:r>
                <a:endParaRPr kumimoji="1" lang="ko-Kore-KR" altLang="en-US" sz="900" b="1" dirty="0"/>
              </a:p>
            </p:txBody>
          </p:sp>
          <p:pic>
            <p:nvPicPr>
              <p:cNvPr id="40" name="그림 39">
                <a:extLst>
                  <a:ext uri="{FF2B5EF4-FFF2-40B4-BE49-F238E27FC236}">
                    <a16:creationId xmlns:a16="http://schemas.microsoft.com/office/drawing/2014/main" id="{B451F8B4-0191-5B42-AEA1-ABA56057907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7506759" y="2031961"/>
                <a:ext cx="640863" cy="10070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680553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테이블 복사용(yello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77B396ED-0318-474A-ADC2-4C0011513AC1}"/>
              </a:ext>
            </a:extLst>
          </p:cNvPr>
          <p:cNvGrpSpPr/>
          <p:nvPr userDrawn="1"/>
        </p:nvGrpSpPr>
        <p:grpSpPr>
          <a:xfrm>
            <a:off x="137444" y="616093"/>
            <a:ext cx="1641582" cy="245003"/>
            <a:chOff x="200025" y="692150"/>
            <a:chExt cx="1619908" cy="245003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D406196B-67CE-44D3-A23E-385DE74A91D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00025" y="725014"/>
              <a:ext cx="178859" cy="16510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3DFF1C8-676C-4127-BA97-6E1EB7C446E7}"/>
                </a:ext>
              </a:extLst>
            </p:cNvPr>
            <p:cNvSpPr txBox="1"/>
            <p:nvPr userDrawn="1"/>
          </p:nvSpPr>
          <p:spPr>
            <a:xfrm>
              <a:off x="468726" y="692150"/>
              <a:ext cx="1351207" cy="2450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92" b="1" dirty="0"/>
                <a:t>타이틀을 넣어주세요</a:t>
              </a:r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E277CD5-006E-4345-9A7B-146DAAF7B310}"/>
              </a:ext>
            </a:extLst>
          </p:cNvPr>
          <p:cNvSpPr/>
          <p:nvPr userDrawn="1"/>
        </p:nvSpPr>
        <p:spPr>
          <a:xfrm>
            <a:off x="6774552" y="-4379"/>
            <a:ext cx="3152776" cy="4005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kumimoji="1" lang="ko-KR" altLang="en-US" sz="1400" b="1" dirty="0"/>
              <a:t>본 마스터는 테이블 </a:t>
            </a:r>
            <a:r>
              <a:rPr kumimoji="1" lang="ko-KR" altLang="en-US" sz="1400" b="1" dirty="0" err="1"/>
              <a:t>복사용</a:t>
            </a:r>
            <a:r>
              <a:rPr kumimoji="1" lang="ko-KR" altLang="en-US" sz="1400" b="1" dirty="0"/>
              <a:t> 입니다</a:t>
            </a:r>
            <a:r>
              <a:rPr kumimoji="1" lang="en-US" altLang="ko-KR" sz="1400" b="1" dirty="0"/>
              <a:t>.</a:t>
            </a:r>
          </a:p>
        </p:txBody>
      </p:sp>
      <p:graphicFrame>
        <p:nvGraphicFramePr>
          <p:cNvPr id="18" name="표 19">
            <a:extLst>
              <a:ext uri="{FF2B5EF4-FFF2-40B4-BE49-F238E27FC236}">
                <a16:creationId xmlns:a16="http://schemas.microsoft.com/office/drawing/2014/main" id="{54976CD7-D480-8549-B045-45820BF23B2F}"/>
              </a:ext>
            </a:extLst>
          </p:cNvPr>
          <p:cNvGraphicFramePr>
            <a:graphicFrameLocks/>
          </p:cNvGraphicFramePr>
          <p:nvPr userDrawn="1">
            <p:extLst/>
          </p:nvPr>
        </p:nvGraphicFramePr>
        <p:xfrm>
          <a:off x="137443" y="920772"/>
          <a:ext cx="9642806" cy="10332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015468">
                  <a:extLst>
                    <a:ext uri="{9D8B030D-6E8A-4147-A177-3AD203B41FA5}">
                      <a16:colId xmlns:a16="http://schemas.microsoft.com/office/drawing/2014/main" val="168222491"/>
                    </a:ext>
                  </a:extLst>
                </a:gridCol>
                <a:gridCol w="1171578">
                  <a:extLst>
                    <a:ext uri="{9D8B030D-6E8A-4147-A177-3AD203B41FA5}">
                      <a16:colId xmlns:a16="http://schemas.microsoft.com/office/drawing/2014/main" val="899168643"/>
                    </a:ext>
                  </a:extLst>
                </a:gridCol>
                <a:gridCol w="671958">
                  <a:extLst>
                    <a:ext uri="{9D8B030D-6E8A-4147-A177-3AD203B41FA5}">
                      <a16:colId xmlns:a16="http://schemas.microsoft.com/office/drawing/2014/main" val="2032176580"/>
                    </a:ext>
                  </a:extLst>
                </a:gridCol>
                <a:gridCol w="680239">
                  <a:extLst>
                    <a:ext uri="{9D8B030D-6E8A-4147-A177-3AD203B41FA5}">
                      <a16:colId xmlns:a16="http://schemas.microsoft.com/office/drawing/2014/main" val="3243356629"/>
                    </a:ext>
                  </a:extLst>
                </a:gridCol>
                <a:gridCol w="1288093">
                  <a:extLst>
                    <a:ext uri="{9D8B030D-6E8A-4147-A177-3AD203B41FA5}">
                      <a16:colId xmlns:a16="http://schemas.microsoft.com/office/drawing/2014/main" val="2496975443"/>
                    </a:ext>
                  </a:extLst>
                </a:gridCol>
                <a:gridCol w="1284758">
                  <a:extLst>
                    <a:ext uri="{9D8B030D-6E8A-4147-A177-3AD203B41FA5}">
                      <a16:colId xmlns:a16="http://schemas.microsoft.com/office/drawing/2014/main" val="1887893621"/>
                    </a:ext>
                  </a:extLst>
                </a:gridCol>
                <a:gridCol w="1029549">
                  <a:extLst>
                    <a:ext uri="{9D8B030D-6E8A-4147-A177-3AD203B41FA5}">
                      <a16:colId xmlns:a16="http://schemas.microsoft.com/office/drawing/2014/main" val="2122718689"/>
                    </a:ext>
                  </a:extLst>
                </a:gridCol>
                <a:gridCol w="1256651">
                  <a:extLst>
                    <a:ext uri="{9D8B030D-6E8A-4147-A177-3AD203B41FA5}">
                      <a16:colId xmlns:a16="http://schemas.microsoft.com/office/drawing/2014/main" val="4012380240"/>
                    </a:ext>
                  </a:extLst>
                </a:gridCol>
                <a:gridCol w="1244512">
                  <a:extLst>
                    <a:ext uri="{9D8B030D-6E8A-4147-A177-3AD203B41FA5}">
                      <a16:colId xmlns:a16="http://schemas.microsoft.com/office/drawing/2014/main" val="1261303043"/>
                    </a:ext>
                  </a:extLst>
                </a:gridCol>
              </a:tblGrid>
              <a:tr h="228600"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126716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56590" marR="56590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ko-Kore-KR" altLang="en-US" sz="600" b="0" dirty="0">
                        <a:solidFill>
                          <a:srgbClr val="10101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56590" marR="5659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항목</a:t>
                      </a:r>
                      <a:r>
                        <a:rPr lang="en-US" altLang="ko-KR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  <a:endParaRPr lang="ko-Kore-KR" altLang="en-US" sz="8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항목</a:t>
                      </a:r>
                      <a:r>
                        <a:rPr lang="en-US" altLang="ko-KR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</a:t>
                      </a:r>
                      <a:endParaRPr lang="ko-Kore-KR" altLang="en-US" sz="8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항목</a:t>
                      </a:r>
                      <a:r>
                        <a:rPr lang="en-US" altLang="ko-KR" sz="800" b="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1</a:t>
                      </a:r>
                      <a:endParaRPr lang="ko-Kore-KR" altLang="en-US" sz="800" b="0" kern="120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항목</a:t>
                      </a:r>
                      <a:r>
                        <a:rPr lang="en-US" altLang="ko-KR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</a:t>
                      </a:r>
                      <a:endParaRPr lang="ko-Kore-KR" altLang="en-US" sz="8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항목</a:t>
                      </a:r>
                      <a:r>
                        <a:rPr lang="en-US" altLang="ko-KR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</a:t>
                      </a:r>
                      <a:endParaRPr lang="ko-Kore-KR" altLang="en-US" sz="8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항목</a:t>
                      </a:r>
                      <a:r>
                        <a:rPr lang="en-US" altLang="ko-KR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  <a:endParaRPr lang="ko-Kore-KR" altLang="en-US" sz="8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항목</a:t>
                      </a:r>
                      <a:r>
                        <a:rPr lang="en-US" altLang="ko-KR" sz="8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  <a:endParaRPr lang="ko-Kore-KR" altLang="en-US" sz="8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0" anchor="ctr">
                    <a:lnL w="635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91028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0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685556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0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7942737"/>
                  </a:ext>
                </a:extLst>
              </a:tr>
            </a:tbl>
          </a:graphicData>
        </a:graphic>
      </p:graphicFrame>
      <p:graphicFrame>
        <p:nvGraphicFramePr>
          <p:cNvPr id="19" name="표 19">
            <a:extLst>
              <a:ext uri="{FF2B5EF4-FFF2-40B4-BE49-F238E27FC236}">
                <a16:creationId xmlns:a16="http://schemas.microsoft.com/office/drawing/2014/main" id="{162390A4-DF60-F340-B515-4223A17FDFB7}"/>
              </a:ext>
            </a:extLst>
          </p:cNvPr>
          <p:cNvGraphicFramePr>
            <a:graphicFrameLocks/>
          </p:cNvGraphicFramePr>
          <p:nvPr userDrawn="1">
            <p:extLst/>
          </p:nvPr>
        </p:nvGraphicFramePr>
        <p:xfrm>
          <a:off x="137443" y="2159524"/>
          <a:ext cx="9642806" cy="8046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015468">
                  <a:extLst>
                    <a:ext uri="{9D8B030D-6E8A-4147-A177-3AD203B41FA5}">
                      <a16:colId xmlns:a16="http://schemas.microsoft.com/office/drawing/2014/main" val="168222491"/>
                    </a:ext>
                  </a:extLst>
                </a:gridCol>
                <a:gridCol w="1171578">
                  <a:extLst>
                    <a:ext uri="{9D8B030D-6E8A-4147-A177-3AD203B41FA5}">
                      <a16:colId xmlns:a16="http://schemas.microsoft.com/office/drawing/2014/main" val="899168643"/>
                    </a:ext>
                  </a:extLst>
                </a:gridCol>
                <a:gridCol w="671958">
                  <a:extLst>
                    <a:ext uri="{9D8B030D-6E8A-4147-A177-3AD203B41FA5}">
                      <a16:colId xmlns:a16="http://schemas.microsoft.com/office/drawing/2014/main" val="2032176580"/>
                    </a:ext>
                  </a:extLst>
                </a:gridCol>
                <a:gridCol w="680239">
                  <a:extLst>
                    <a:ext uri="{9D8B030D-6E8A-4147-A177-3AD203B41FA5}">
                      <a16:colId xmlns:a16="http://schemas.microsoft.com/office/drawing/2014/main" val="3243356629"/>
                    </a:ext>
                  </a:extLst>
                </a:gridCol>
                <a:gridCol w="3602400">
                  <a:extLst>
                    <a:ext uri="{9D8B030D-6E8A-4147-A177-3AD203B41FA5}">
                      <a16:colId xmlns:a16="http://schemas.microsoft.com/office/drawing/2014/main" val="2496975443"/>
                    </a:ext>
                  </a:extLst>
                </a:gridCol>
                <a:gridCol w="1256651">
                  <a:extLst>
                    <a:ext uri="{9D8B030D-6E8A-4147-A177-3AD203B41FA5}">
                      <a16:colId xmlns:a16="http://schemas.microsoft.com/office/drawing/2014/main" val="4012380240"/>
                    </a:ext>
                  </a:extLst>
                </a:gridCol>
                <a:gridCol w="1244512">
                  <a:extLst>
                    <a:ext uri="{9D8B030D-6E8A-4147-A177-3AD203B41FA5}">
                      <a16:colId xmlns:a16="http://schemas.microsoft.com/office/drawing/2014/main" val="126130304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카테고리</a:t>
                      </a:r>
                      <a:endParaRPr lang="ko-Kore-KR" altLang="en-US" sz="8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1267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0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685556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61306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700" b="0" dirty="0">
                        <a:solidFill>
                          <a:schemeClr val="bg2">
                            <a:lumMod val="10000"/>
                          </a:schemeClr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61306" marR="0" anchor="ctr">
                    <a:lnL w="635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7942737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DBBD8E2C-2956-8942-9CEA-096B561E8CBC}"/>
              </a:ext>
            </a:extLst>
          </p:cNvPr>
          <p:cNvGraphicFramePr>
            <a:graphicFrameLocks noGrp="1"/>
          </p:cNvGraphicFramePr>
          <p:nvPr userDrawn="1">
            <p:extLst/>
          </p:nvPr>
        </p:nvGraphicFramePr>
        <p:xfrm>
          <a:off x="128588" y="3750030"/>
          <a:ext cx="9648825" cy="92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628">
                  <a:extLst>
                    <a:ext uri="{9D8B030D-6E8A-4147-A177-3AD203B41FA5}">
                      <a16:colId xmlns:a16="http://schemas.microsoft.com/office/drawing/2014/main" val="3290595421"/>
                    </a:ext>
                  </a:extLst>
                </a:gridCol>
                <a:gridCol w="2180902">
                  <a:extLst>
                    <a:ext uri="{9D8B030D-6E8A-4147-A177-3AD203B41FA5}">
                      <a16:colId xmlns:a16="http://schemas.microsoft.com/office/drawing/2014/main" val="548218831"/>
                    </a:ext>
                  </a:extLst>
                </a:gridCol>
                <a:gridCol w="1929765">
                  <a:extLst>
                    <a:ext uri="{9D8B030D-6E8A-4147-A177-3AD203B41FA5}">
                      <a16:colId xmlns:a16="http://schemas.microsoft.com/office/drawing/2014/main" val="70398807"/>
                    </a:ext>
                  </a:extLst>
                </a:gridCol>
                <a:gridCol w="1929765">
                  <a:extLst>
                    <a:ext uri="{9D8B030D-6E8A-4147-A177-3AD203B41FA5}">
                      <a16:colId xmlns:a16="http://schemas.microsoft.com/office/drawing/2014/main" val="272618639"/>
                    </a:ext>
                  </a:extLst>
                </a:gridCol>
                <a:gridCol w="1929765">
                  <a:extLst>
                    <a:ext uri="{9D8B030D-6E8A-4147-A177-3AD203B41FA5}">
                      <a16:colId xmlns:a16="http://schemas.microsoft.com/office/drawing/2014/main" val="337289295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분류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716825"/>
                  </a:ext>
                </a:extLst>
              </a:tr>
              <a:tr h="230400">
                <a:tc rowSpan="2">
                  <a:txBody>
                    <a:bodyPr/>
                    <a:lstStyle/>
                    <a:p>
                      <a:pPr marL="0"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noFill/>
                      <a:prstDash val="soli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177931"/>
                  </a:ext>
                </a:extLst>
              </a:tr>
              <a:tr h="230400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6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0" marR="56443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28411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marL="0"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27757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6CFB8FBD-F7D6-724D-A3A8-CDECEF7F976C}"/>
              </a:ext>
            </a:extLst>
          </p:cNvPr>
          <p:cNvGraphicFramePr>
            <a:graphicFrameLocks noGrp="1"/>
          </p:cNvGraphicFramePr>
          <p:nvPr userDrawn="1">
            <p:extLst/>
          </p:nvPr>
        </p:nvGraphicFramePr>
        <p:xfrm>
          <a:off x="128588" y="4783269"/>
          <a:ext cx="9648825" cy="92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628">
                  <a:extLst>
                    <a:ext uri="{9D8B030D-6E8A-4147-A177-3AD203B41FA5}">
                      <a16:colId xmlns:a16="http://schemas.microsoft.com/office/drawing/2014/main" val="3290595421"/>
                    </a:ext>
                  </a:extLst>
                </a:gridCol>
                <a:gridCol w="2180902">
                  <a:extLst>
                    <a:ext uri="{9D8B030D-6E8A-4147-A177-3AD203B41FA5}">
                      <a16:colId xmlns:a16="http://schemas.microsoft.com/office/drawing/2014/main" val="548218831"/>
                    </a:ext>
                  </a:extLst>
                </a:gridCol>
                <a:gridCol w="1929765">
                  <a:extLst>
                    <a:ext uri="{9D8B030D-6E8A-4147-A177-3AD203B41FA5}">
                      <a16:colId xmlns:a16="http://schemas.microsoft.com/office/drawing/2014/main" val="70398807"/>
                    </a:ext>
                  </a:extLst>
                </a:gridCol>
                <a:gridCol w="1929765">
                  <a:extLst>
                    <a:ext uri="{9D8B030D-6E8A-4147-A177-3AD203B41FA5}">
                      <a16:colId xmlns:a16="http://schemas.microsoft.com/office/drawing/2014/main" val="272618639"/>
                    </a:ext>
                  </a:extLst>
                </a:gridCol>
                <a:gridCol w="1929765">
                  <a:extLst>
                    <a:ext uri="{9D8B030D-6E8A-4147-A177-3AD203B41FA5}">
                      <a16:colId xmlns:a16="http://schemas.microsoft.com/office/drawing/2014/main" val="337289295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분류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카테고리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716825"/>
                  </a:ext>
                </a:extLst>
              </a:tr>
              <a:tr h="2304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noFill/>
                      <a:prstDash val="soli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177931"/>
                  </a:ext>
                </a:extLst>
              </a:tr>
              <a:tr h="230400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6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0" marR="56443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28411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800" b="1" dirty="0">
                          <a:solidFill>
                            <a:srgbClr val="10101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mpd="sng">
                      <a:noFill/>
                      <a:prstDash val="soli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rgbClr val="10101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noFill/>
                      <a:prstDash val="soli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27757"/>
                  </a:ext>
                </a:extLst>
              </a:tr>
            </a:tbl>
          </a:graphicData>
        </a:graphic>
      </p:graphicFrame>
      <p:grpSp>
        <p:nvGrpSpPr>
          <p:cNvPr id="22" name="그룹 21">
            <a:extLst>
              <a:ext uri="{FF2B5EF4-FFF2-40B4-BE49-F238E27FC236}">
                <a16:creationId xmlns:a16="http://schemas.microsoft.com/office/drawing/2014/main" id="{62D53F64-C74C-BE48-ABA1-6C09D95CFED9}"/>
              </a:ext>
            </a:extLst>
          </p:cNvPr>
          <p:cNvGrpSpPr/>
          <p:nvPr userDrawn="1"/>
        </p:nvGrpSpPr>
        <p:grpSpPr>
          <a:xfrm>
            <a:off x="156020" y="3429000"/>
            <a:ext cx="1641582" cy="245003"/>
            <a:chOff x="200025" y="692150"/>
            <a:chExt cx="1619908" cy="245003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D7E0B09F-0A6D-5142-A93A-450A12C88B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00025" y="725014"/>
              <a:ext cx="178859" cy="1651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A60FEFE-584B-C04D-A722-30C0476F83E0}"/>
                </a:ext>
              </a:extLst>
            </p:cNvPr>
            <p:cNvSpPr txBox="1"/>
            <p:nvPr userDrawn="1"/>
          </p:nvSpPr>
          <p:spPr>
            <a:xfrm>
              <a:off x="468726" y="692150"/>
              <a:ext cx="1351207" cy="2450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92" b="1" dirty="0"/>
                <a:t>타이틀을 넣어주세요</a:t>
              </a:r>
            </a:p>
          </p:txBody>
        </p:sp>
      </p:grp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6B78146-08CE-C248-B7BD-8A9247AF0E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55451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8D42CAF8-FE74-6440-BB94-4F166614B4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55451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AECB52C-B2C0-DF4F-92A6-3F13287FDD82}"/>
              </a:ext>
            </a:extLst>
          </p:cNvPr>
          <p:cNvGrpSpPr/>
          <p:nvPr userDrawn="1"/>
        </p:nvGrpSpPr>
        <p:grpSpPr>
          <a:xfrm>
            <a:off x="9913951" y="920772"/>
            <a:ext cx="1572016" cy="2383054"/>
            <a:chOff x="6858001" y="1590806"/>
            <a:chExt cx="1572016" cy="2383054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4FD713A-FBE1-D343-94DC-1CF624230113}"/>
                </a:ext>
              </a:extLst>
            </p:cNvPr>
            <p:cNvSpPr/>
            <p:nvPr userDrawn="1"/>
          </p:nvSpPr>
          <p:spPr>
            <a:xfrm>
              <a:off x="6858001" y="1590806"/>
              <a:ext cx="1572016" cy="2383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7CDBD128-9CE3-6645-A424-F727F4FBF229}"/>
                </a:ext>
              </a:extLst>
            </p:cNvPr>
            <p:cNvGrpSpPr/>
            <p:nvPr userDrawn="1"/>
          </p:nvGrpSpPr>
          <p:grpSpPr>
            <a:xfrm>
              <a:off x="6929711" y="2838837"/>
              <a:ext cx="1499128" cy="896527"/>
              <a:chOff x="6929711" y="3986993"/>
              <a:chExt cx="1499128" cy="896527"/>
            </a:xfrm>
          </p:grpSpPr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42DEAB25-23F3-A04C-B286-62D9CC1C34A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7506699" y="4283981"/>
                <a:ext cx="640984" cy="146893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6793A6A-5CF1-4A4D-A405-9265F5FAF39A}"/>
                  </a:ext>
                </a:extLst>
              </p:cNvPr>
              <p:cNvSpPr txBox="1"/>
              <p:nvPr userDrawn="1"/>
            </p:nvSpPr>
            <p:spPr>
              <a:xfrm>
                <a:off x="6929711" y="3986993"/>
                <a:ext cx="1499128" cy="8965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내부 세로선 및 셀 </a:t>
                </a:r>
                <a:r>
                  <a:rPr kumimoji="1" lang="ko-KR" altLang="en-US" sz="900" b="1" dirty="0" err="1"/>
                  <a:t>분할선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종류 </a:t>
                </a:r>
                <a:r>
                  <a:rPr kumimoji="1" lang="en-US" altLang="ko-KR" sz="900" b="1" dirty="0"/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두께 </a:t>
                </a:r>
                <a:r>
                  <a:rPr kumimoji="1" lang="en-US" altLang="ko-KR" sz="900" b="1" dirty="0"/>
                  <a:t>: ½ </a:t>
                </a:r>
                <a:r>
                  <a:rPr kumimoji="1" lang="en-US" altLang="ko-KR" sz="900" b="1" dirty="0" err="1"/>
                  <a:t>pt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색상 </a:t>
                </a:r>
                <a:r>
                  <a:rPr kumimoji="1" lang="en-US" altLang="ko-KR" sz="900" b="1" dirty="0"/>
                  <a:t>: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231,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231,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231</a:t>
                </a:r>
                <a:endParaRPr kumimoji="1" lang="ko-Kore-KR" altLang="en-US" sz="900" b="1" dirty="0"/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0A7A0C57-9022-074C-8D53-60D93685C458}"/>
                </a:ext>
              </a:extLst>
            </p:cNvPr>
            <p:cNvGrpSpPr/>
            <p:nvPr userDrawn="1"/>
          </p:nvGrpSpPr>
          <p:grpSpPr>
            <a:xfrm>
              <a:off x="6929711" y="1710137"/>
              <a:ext cx="1293944" cy="896527"/>
              <a:chOff x="6929711" y="1710137"/>
              <a:chExt cx="1293944" cy="896527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7699B74-DC0E-9049-AB36-9C83CDB6BD80}"/>
                  </a:ext>
                </a:extLst>
              </p:cNvPr>
              <p:cNvSpPr txBox="1"/>
              <p:nvPr userDrawn="1"/>
            </p:nvSpPr>
            <p:spPr>
              <a:xfrm>
                <a:off x="6929711" y="1710137"/>
                <a:ext cx="1293944" cy="8965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내부</a:t>
                </a:r>
                <a:r>
                  <a:rPr kumimoji="1" lang="en-US" altLang="ko-KR" sz="900" b="1" dirty="0"/>
                  <a:t> </a:t>
                </a:r>
                <a:r>
                  <a:rPr kumimoji="1" lang="ko-KR" altLang="en-US" sz="900" b="1" dirty="0"/>
                  <a:t>가로선</a:t>
                </a:r>
                <a:r>
                  <a:rPr kumimoji="1" lang="en-US" altLang="ko-KR" sz="900" b="1" dirty="0"/>
                  <a:t>(yellow)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종류 </a:t>
                </a:r>
                <a:r>
                  <a:rPr kumimoji="1" lang="en-US" altLang="ko-KR" sz="900" b="1" dirty="0"/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두께 </a:t>
                </a:r>
                <a:r>
                  <a:rPr kumimoji="1" lang="en-US" altLang="ko-KR" sz="900" b="1" dirty="0"/>
                  <a:t>: ½ </a:t>
                </a:r>
                <a:r>
                  <a:rPr kumimoji="1" lang="en-US" altLang="ko-KR" sz="900" b="1" dirty="0" err="1"/>
                  <a:t>pt</a:t>
                </a:r>
                <a:endParaRPr kumimoji="1" lang="en-US" altLang="ko-KR" sz="900" b="1" dirty="0"/>
              </a:p>
              <a:p>
                <a:pPr>
                  <a:lnSpc>
                    <a:spcPct val="150000"/>
                  </a:lnSpc>
                </a:pPr>
                <a:r>
                  <a:rPr kumimoji="1" lang="ko-KR" altLang="en-US" sz="900" b="1" dirty="0"/>
                  <a:t>선 색상 </a:t>
                </a:r>
                <a:r>
                  <a:rPr kumimoji="1" lang="en-US" altLang="ko-KR" sz="900" b="1" dirty="0"/>
                  <a:t>: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255,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166,</a:t>
                </a:r>
                <a:r>
                  <a:rPr kumimoji="1" lang="ko-KR" altLang="en-US" sz="900" b="1" dirty="0"/>
                  <a:t> </a:t>
                </a:r>
                <a:r>
                  <a:rPr kumimoji="1" lang="en-US" altLang="ko-KR" sz="900" b="1" dirty="0"/>
                  <a:t>0</a:t>
                </a:r>
                <a:endParaRPr kumimoji="1" lang="ko-Kore-KR" altLang="en-US" sz="900" b="1" dirty="0"/>
              </a:p>
            </p:txBody>
          </p:sp>
          <p:pic>
            <p:nvPicPr>
              <p:cNvPr id="32" name="그림 31">
                <a:extLst>
                  <a:ext uri="{FF2B5EF4-FFF2-40B4-BE49-F238E27FC236}">
                    <a16:creationId xmlns:a16="http://schemas.microsoft.com/office/drawing/2014/main" id="{16B36D80-B47D-5641-B70A-6248F430816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7506759" y="2031961"/>
                <a:ext cx="640863" cy="10070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7005165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간지_black(이거써주세요)"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래픽 25">
            <a:extLst>
              <a:ext uri="{FF2B5EF4-FFF2-40B4-BE49-F238E27FC236}">
                <a16:creationId xmlns:a16="http://schemas.microsoft.com/office/drawing/2014/main" id="{A462E391-28E0-A748-9574-2DC5CA8CFE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5280" y="3096887"/>
            <a:ext cx="1442490" cy="1135990"/>
          </a:xfrm>
          <a:prstGeom prst="rect">
            <a:avLst/>
          </a:prstGeom>
        </p:spPr>
      </p:pic>
      <p:sp>
        <p:nvSpPr>
          <p:cNvPr id="27" name="타원 26">
            <a:extLst>
              <a:ext uri="{FF2B5EF4-FFF2-40B4-BE49-F238E27FC236}">
                <a16:creationId xmlns:a16="http://schemas.microsoft.com/office/drawing/2014/main" id="{63AA1CE2-C619-CA41-BF01-36F057740155}"/>
              </a:ext>
            </a:extLst>
          </p:cNvPr>
          <p:cNvSpPr/>
          <p:nvPr userDrawn="1"/>
        </p:nvSpPr>
        <p:spPr>
          <a:xfrm>
            <a:off x="2010709" y="3429001"/>
            <a:ext cx="64324" cy="593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2263"/>
          </a:p>
        </p:txBody>
      </p:sp>
      <p:sp>
        <p:nvSpPr>
          <p:cNvPr id="28" name="텍스트 개체 틀 11">
            <a:extLst>
              <a:ext uri="{FF2B5EF4-FFF2-40B4-BE49-F238E27FC236}">
                <a16:creationId xmlns:a16="http://schemas.microsoft.com/office/drawing/2014/main" id="{D7F12CDA-1195-9444-9A93-7461D81861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0322" y="2680040"/>
            <a:ext cx="1253177" cy="1061829"/>
          </a:xfrm>
        </p:spPr>
        <p:txBody>
          <a:bodyPr wrap="none" lIns="0" tIns="0" rIns="0" bIns="0" anchor="ctr">
            <a:noAutofit/>
          </a:bodyPr>
          <a:lstStyle>
            <a:lvl1pPr marL="108000" indent="0">
              <a:buNone/>
              <a:defRPr sz="7000">
                <a:solidFill>
                  <a:schemeClr val="accent2">
                    <a:lumMod val="40000"/>
                    <a:lumOff val="60000"/>
                  </a:schemeClr>
                </a:solidFill>
                <a:latin typeface="+mj-ea"/>
                <a:ea typeface="+mj-ea"/>
              </a:defRPr>
            </a:lvl1pPr>
            <a:lvl2pPr marL="360000" indent="0">
              <a:buNone/>
              <a:defRPr/>
            </a:lvl2pPr>
            <a:lvl3pPr marL="576000" indent="0">
              <a:buNone/>
              <a:defRPr/>
            </a:lvl3pPr>
            <a:lvl4pPr marL="720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kumimoji="1" lang="en-US" altLang="ko-KR" dirty="0"/>
              <a:t>00</a:t>
            </a:r>
            <a:endParaRPr kumimoji="1" lang="ko-Kore-KR" altLang="en-US" dirty="0"/>
          </a:p>
        </p:txBody>
      </p:sp>
      <p:sp>
        <p:nvSpPr>
          <p:cNvPr id="29" name="텍스트 개체 틀 11">
            <a:extLst>
              <a:ext uri="{FF2B5EF4-FFF2-40B4-BE49-F238E27FC236}">
                <a16:creationId xmlns:a16="http://schemas.microsoft.com/office/drawing/2014/main" id="{F8938071-6373-8F46-B7AB-4DCC2E8FD0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140" y="3821236"/>
            <a:ext cx="2269494" cy="366304"/>
          </a:xfrm>
        </p:spPr>
        <p:txBody>
          <a:bodyPr wrap="none" lIns="0" tIns="0" rIns="0" bIns="0" anchor="ctr">
            <a:noAutofit/>
          </a:bodyPr>
          <a:lstStyle>
            <a:lvl1pPr marL="1080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+mj-ea"/>
                <a:ea typeface="+mj-ea"/>
              </a:defRPr>
            </a:lvl1pPr>
            <a:lvl2pPr marL="360000" indent="0">
              <a:buNone/>
              <a:defRPr/>
            </a:lvl2pPr>
            <a:lvl3pPr marL="576000" indent="0">
              <a:buNone/>
              <a:defRPr/>
            </a:lvl3pPr>
            <a:lvl4pPr marL="720000" indent="0">
              <a:buNone/>
              <a:defRPr/>
            </a:lvl4pPr>
            <a:lvl5pPr marL="864000" indent="0">
              <a:buNone/>
              <a:defRPr/>
            </a:lvl5pPr>
          </a:lstStyle>
          <a:p>
            <a:pPr lvl="0"/>
            <a:r>
              <a:rPr kumimoji="1" lang="ko-KR" altLang="en-US" dirty="0"/>
              <a:t>제목을 적어주세요</a:t>
            </a:r>
            <a:r>
              <a:rPr kumimoji="1" lang="en-US" altLang="ko-KR" dirty="0"/>
              <a:t>.</a:t>
            </a:r>
            <a:endParaRPr kumimoji="1" lang="ko-Kore-KR" altLang="en-US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704729B3-B133-5544-AD7B-9F6DD7D2BF7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3501" y="6517186"/>
            <a:ext cx="501835" cy="130876"/>
          </a:xfrm>
          <a:prstGeom prst="rect">
            <a:avLst/>
          </a:prstGeom>
        </p:spPr>
      </p:pic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7AFB64A0-AE0A-074C-B07E-FC007EC952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48340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79AE6CD-3CA2-2640-9623-788F16879F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48340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078331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B7B6B0-F93F-4FC7-B9E7-DE14A7FD2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92" y="998265"/>
            <a:ext cx="9190188" cy="405770"/>
          </a:xfrm>
        </p:spPr>
        <p:txBody>
          <a:bodyPr anchor="t"/>
          <a:lstStyle>
            <a:lvl1pPr marL="108000" indent="0" algn="l">
              <a:buNone/>
              <a:defRPr sz="1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82E824-1296-423C-A6DF-A190812BE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상세화면정의서 </a:t>
            </a:r>
            <a:r>
              <a:rPr lang="en-US" altLang="ko-KR"/>
              <a:t>/ </a:t>
            </a:r>
            <a:r>
              <a:rPr lang="ko-KR" altLang="en-US"/>
              <a:t>시스템명 </a:t>
            </a:r>
            <a:r>
              <a:rPr lang="en-US" altLang="ko-KR"/>
              <a:t>/ </a:t>
            </a:r>
            <a:r>
              <a:rPr lang="ko-KR" altLang="en-US"/>
              <a:t>사업명 </a:t>
            </a:r>
            <a:endParaRPr lang="ko-KR" altLang="en-US" dirty="0"/>
          </a:p>
        </p:txBody>
      </p:sp>
      <p:pic>
        <p:nvPicPr>
          <p:cNvPr id="9" name="그래픽 8">
            <a:extLst>
              <a:ext uri="{FF2B5EF4-FFF2-40B4-BE49-F238E27FC236}">
                <a16:creationId xmlns:a16="http://schemas.microsoft.com/office/drawing/2014/main" id="{1FDF8847-7EA1-4EA8-AD67-6E159C1762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029" t="32960" r="12857" b="17846"/>
          <a:stretch/>
        </p:blipFill>
        <p:spPr>
          <a:xfrm>
            <a:off x="5440680" y="0"/>
            <a:ext cx="4465320" cy="1999135"/>
          </a:xfrm>
          <a:prstGeom prst="rect">
            <a:avLst/>
          </a:prstGeom>
        </p:spPr>
      </p:pic>
      <p:pic>
        <p:nvPicPr>
          <p:cNvPr id="10" name="그래픽 9">
            <a:extLst>
              <a:ext uri="{FF2B5EF4-FFF2-40B4-BE49-F238E27FC236}">
                <a16:creationId xmlns:a16="http://schemas.microsoft.com/office/drawing/2014/main" id="{320975D2-7A7D-477E-A52B-4E3569BE10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029" t="32960" r="12857" b="17846"/>
          <a:stretch/>
        </p:blipFill>
        <p:spPr>
          <a:xfrm rot="10800000">
            <a:off x="0" y="5925389"/>
            <a:ext cx="2083105" cy="932611"/>
          </a:xfrm>
          <a:prstGeom prst="rect">
            <a:avLst/>
          </a:prstGeom>
        </p:spPr>
      </p:pic>
      <p:pic>
        <p:nvPicPr>
          <p:cNvPr id="11" name="그래픽 10">
            <a:extLst>
              <a:ext uri="{FF2B5EF4-FFF2-40B4-BE49-F238E27FC236}">
                <a16:creationId xmlns:a16="http://schemas.microsoft.com/office/drawing/2014/main" id="{1725285D-7F67-4F92-AF5E-89BC86104B1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0052" y="437197"/>
            <a:ext cx="1049179" cy="85725"/>
          </a:xfrm>
          <a:prstGeom prst="rect">
            <a:avLst/>
          </a:prstGeom>
        </p:spPr>
      </p:pic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46DBAE7F-B003-4EEA-AE1F-3C46293F8C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1092" y="571136"/>
            <a:ext cx="5537200" cy="2119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900" b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과제명을 넣어주세요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F13BC51-0BD5-4CAF-8882-E6C734BBD5EC}"/>
              </a:ext>
            </a:extLst>
          </p:cNvPr>
          <p:cNvCxnSpPr/>
          <p:nvPr userDrawn="1"/>
        </p:nvCxnSpPr>
        <p:spPr>
          <a:xfrm>
            <a:off x="441092" y="1404035"/>
            <a:ext cx="91901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0409E197-EA07-4388-A61D-EE3F2CBBA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1325" y="1698755"/>
            <a:ext cx="9190038" cy="44037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202388D7-F2DB-4A0A-8A6B-944A89293DC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7054" y="6515508"/>
            <a:ext cx="499244" cy="131914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8D3512F-47AB-4DF3-9635-381166619970}"/>
              </a:ext>
            </a:extLst>
          </p:cNvPr>
          <p:cNvCxnSpPr>
            <a:cxnSpLocks/>
          </p:cNvCxnSpPr>
          <p:nvPr userDrawn="1"/>
        </p:nvCxnSpPr>
        <p:spPr>
          <a:xfrm>
            <a:off x="128588" y="6445250"/>
            <a:ext cx="9669393" cy="2679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5EF81C5A-5DAF-4ACE-8207-ACA9A681A66E}"/>
              </a:ext>
            </a:extLst>
          </p:cNvPr>
          <p:cNvSpPr/>
          <p:nvPr userDrawn="1"/>
        </p:nvSpPr>
        <p:spPr>
          <a:xfrm>
            <a:off x="9407442" y="6276421"/>
            <a:ext cx="376320" cy="376320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7794E23-BCB3-42BF-8037-DB1F3C36A1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40821" y="6377034"/>
            <a:ext cx="309562" cy="175094"/>
          </a:xfrm>
        </p:spPr>
        <p:txBody>
          <a:bodyPr/>
          <a:lstStyle/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4351360-BFBD-437A-9577-56AEF77429E5}"/>
              </a:ext>
            </a:extLst>
          </p:cNvPr>
          <p:cNvSpPr/>
          <p:nvPr userDrawn="1"/>
        </p:nvSpPr>
        <p:spPr>
          <a:xfrm>
            <a:off x="8943181" y="1404035"/>
            <a:ext cx="690480" cy="45719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2076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1 - 레이아웃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B7B6B0-F93F-4FC7-B9E7-DE14A7FD2A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1092" y="998265"/>
            <a:ext cx="9190188" cy="405770"/>
          </a:xfrm>
        </p:spPr>
        <p:txBody>
          <a:bodyPr anchor="t"/>
          <a:lstStyle>
            <a:lvl1pPr marL="108000" indent="0" algn="l">
              <a:buNone/>
              <a:defRPr sz="1200"/>
            </a:lvl1pPr>
          </a:lstStyle>
          <a:p>
            <a:r>
              <a:rPr lang="ko-KR" altLang="en-US" dirty="0"/>
              <a:t>기술에 대한 설명이 필요할 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기술명을 길게 입력할 경우에 타이틀은 두줄로 </a:t>
            </a:r>
            <a:r>
              <a:rPr lang="ko-KR" altLang="en-US" dirty="0" err="1"/>
              <a:t>이둉해</a:t>
            </a:r>
            <a:r>
              <a:rPr lang="ko-KR" altLang="en-US" dirty="0"/>
              <a:t> 주세요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82E824-1296-423C-A6DF-A190812BE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상세화면정의서 </a:t>
            </a:r>
            <a:r>
              <a:rPr lang="en-US" altLang="ko-KR"/>
              <a:t>/ </a:t>
            </a:r>
            <a:r>
              <a:rPr lang="ko-KR" altLang="en-US"/>
              <a:t>시스템명 </a:t>
            </a:r>
            <a:r>
              <a:rPr lang="en-US" altLang="ko-KR"/>
              <a:t>/ </a:t>
            </a:r>
            <a:r>
              <a:rPr lang="ko-KR" altLang="en-US"/>
              <a:t>사업명 </a:t>
            </a:r>
            <a:endParaRPr lang="ko-KR" altLang="en-US" dirty="0"/>
          </a:p>
        </p:txBody>
      </p:sp>
      <p:pic>
        <p:nvPicPr>
          <p:cNvPr id="9" name="그래픽 8">
            <a:extLst>
              <a:ext uri="{FF2B5EF4-FFF2-40B4-BE49-F238E27FC236}">
                <a16:creationId xmlns:a16="http://schemas.microsoft.com/office/drawing/2014/main" id="{1FDF8847-7EA1-4EA8-AD67-6E159C1762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029" t="32960" r="12857" b="17846"/>
          <a:stretch/>
        </p:blipFill>
        <p:spPr>
          <a:xfrm>
            <a:off x="5440680" y="0"/>
            <a:ext cx="4465320" cy="1999135"/>
          </a:xfrm>
          <a:prstGeom prst="rect">
            <a:avLst/>
          </a:prstGeom>
        </p:spPr>
      </p:pic>
      <p:pic>
        <p:nvPicPr>
          <p:cNvPr id="10" name="그래픽 9">
            <a:extLst>
              <a:ext uri="{FF2B5EF4-FFF2-40B4-BE49-F238E27FC236}">
                <a16:creationId xmlns:a16="http://schemas.microsoft.com/office/drawing/2014/main" id="{320975D2-7A7D-477E-A52B-4E3569BE10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029" t="32960" r="12857" b="17846"/>
          <a:stretch/>
        </p:blipFill>
        <p:spPr>
          <a:xfrm rot="10800000">
            <a:off x="0" y="5925389"/>
            <a:ext cx="2083105" cy="932611"/>
          </a:xfrm>
          <a:prstGeom prst="rect">
            <a:avLst/>
          </a:prstGeom>
        </p:spPr>
      </p:pic>
      <p:pic>
        <p:nvPicPr>
          <p:cNvPr id="11" name="그래픽 10">
            <a:extLst>
              <a:ext uri="{FF2B5EF4-FFF2-40B4-BE49-F238E27FC236}">
                <a16:creationId xmlns:a16="http://schemas.microsoft.com/office/drawing/2014/main" id="{1725285D-7F67-4F92-AF5E-89BC86104B1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0052" y="437197"/>
            <a:ext cx="1049179" cy="85725"/>
          </a:xfrm>
          <a:prstGeom prst="rect">
            <a:avLst/>
          </a:prstGeom>
        </p:spPr>
      </p:pic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46DBAE7F-B003-4EEA-AE1F-3C46293F8C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1092" y="571136"/>
            <a:ext cx="5537200" cy="2119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900" b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과제명은 어떤 것이다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F13BC51-0BD5-4CAF-8882-E6C734BBD5EC}"/>
              </a:ext>
            </a:extLst>
          </p:cNvPr>
          <p:cNvCxnSpPr/>
          <p:nvPr userDrawn="1"/>
        </p:nvCxnSpPr>
        <p:spPr>
          <a:xfrm>
            <a:off x="441092" y="1404035"/>
            <a:ext cx="91901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0409E197-EA07-4388-A61D-EE3F2CBBAB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6999" y="4065771"/>
            <a:ext cx="3154363" cy="2036709"/>
          </a:xfrm>
        </p:spPr>
        <p:txBody>
          <a:bodyPr>
            <a:noAutofit/>
          </a:bodyPr>
          <a:lstStyle>
            <a:lvl1pPr marL="108000" indent="0">
              <a:lnSpc>
                <a:spcPct val="150000"/>
              </a:lnSpc>
              <a:buNone/>
              <a:defRPr lang="en-US" altLang="ko-KR" sz="1100" b="0" i="0" smtClean="0">
                <a:effectLst/>
              </a:defRPr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천자만홍이 바이며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설레는 </a:t>
            </a:r>
            <a:r>
              <a:rPr lang="ko-KR" altLang="en-US" b="0" i="0" dirty="0" err="1">
                <a:solidFill>
                  <a:srgbClr val="606C76"/>
                </a:solidFill>
                <a:effectLst/>
                <a:latin typeface="-apple-system"/>
              </a:rPr>
              <a:t>부패뿐이다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.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따뜻한 풀이 </a:t>
            </a:r>
            <a:r>
              <a:rPr lang="ko-KR" altLang="en-US" b="0" i="0" dirty="0" err="1">
                <a:solidFill>
                  <a:srgbClr val="606C76"/>
                </a:solidFill>
                <a:effectLst/>
                <a:latin typeface="-apple-system"/>
              </a:rPr>
              <a:t>두손을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 </a:t>
            </a:r>
            <a:r>
              <a:rPr lang="ko-KR" altLang="en-US" b="0" i="0" dirty="0" err="1">
                <a:solidFill>
                  <a:srgbClr val="606C76"/>
                </a:solidFill>
                <a:effectLst/>
                <a:latin typeface="-apple-system"/>
              </a:rPr>
              <a:t>할지니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피가 고행을 찬미를 뜨고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끓는 아니다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.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목숨을 이상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보는 커다란 보배를 이상의 보내는 뼈 위하여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그리하였는가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?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풀밭에 있는 보내는 구하기 </a:t>
            </a:r>
            <a:r>
              <a:rPr lang="ko-KR" altLang="en-US" b="0" i="0" dirty="0" err="1">
                <a:solidFill>
                  <a:srgbClr val="606C76"/>
                </a:solidFill>
                <a:effectLst/>
                <a:latin typeface="-apple-system"/>
              </a:rPr>
              <a:t>속잎나고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돋고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인생에 가는 것은 보라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.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그들은 때까지 없으면 위하여서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아니다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.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눈에 인생에 같은 이상</a:t>
            </a:r>
            <a:endParaRPr lang="ko-KR" altLang="en-US" dirty="0"/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202388D7-F2DB-4A0A-8A6B-944A89293DC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7054" y="6515508"/>
            <a:ext cx="499244" cy="131914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8D3512F-47AB-4DF3-9635-381166619970}"/>
              </a:ext>
            </a:extLst>
          </p:cNvPr>
          <p:cNvCxnSpPr>
            <a:cxnSpLocks/>
          </p:cNvCxnSpPr>
          <p:nvPr userDrawn="1"/>
        </p:nvCxnSpPr>
        <p:spPr>
          <a:xfrm>
            <a:off x="128588" y="6445250"/>
            <a:ext cx="9669393" cy="2679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5EF81C5A-5DAF-4ACE-8207-ACA9A681A66E}"/>
              </a:ext>
            </a:extLst>
          </p:cNvPr>
          <p:cNvSpPr/>
          <p:nvPr userDrawn="1"/>
        </p:nvSpPr>
        <p:spPr>
          <a:xfrm>
            <a:off x="9407442" y="6276421"/>
            <a:ext cx="376320" cy="376320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7794E23-BCB3-42BF-8037-DB1F3C36A1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40821" y="6377034"/>
            <a:ext cx="309562" cy="175094"/>
          </a:xfrm>
        </p:spPr>
        <p:txBody>
          <a:bodyPr/>
          <a:lstStyle/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42A909D-C049-4EE8-959F-20F1043EEB82}"/>
              </a:ext>
            </a:extLst>
          </p:cNvPr>
          <p:cNvSpPr/>
          <p:nvPr userDrawn="1"/>
        </p:nvSpPr>
        <p:spPr>
          <a:xfrm>
            <a:off x="8943181" y="1404035"/>
            <a:ext cx="690480" cy="45719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그래픽 4">
            <a:extLst>
              <a:ext uri="{FF2B5EF4-FFF2-40B4-BE49-F238E27FC236}">
                <a16:creationId xmlns:a16="http://schemas.microsoft.com/office/drawing/2014/main" id="{04110CF1-9344-4289-A216-1AA9DFEB053B}"/>
              </a:ext>
            </a:extLst>
          </p:cNvPr>
          <p:cNvSpPr/>
          <p:nvPr/>
        </p:nvSpPr>
        <p:spPr>
          <a:xfrm>
            <a:off x="441092" y="1746149"/>
            <a:ext cx="435607" cy="119974"/>
          </a:xfrm>
          <a:custGeom>
            <a:avLst/>
            <a:gdLst>
              <a:gd name="connsiteX0" fmla="*/ 6059 w 293269"/>
              <a:gd name="connsiteY0" fmla="*/ 6059 h 119973"/>
              <a:gd name="connsiteX1" fmla="*/ 230010 w 293269"/>
              <a:gd name="connsiteY1" fmla="*/ 6059 h 119973"/>
              <a:gd name="connsiteX2" fmla="*/ 271779 w 293269"/>
              <a:gd name="connsiteY2" fmla="*/ 23389 h 119973"/>
              <a:gd name="connsiteX3" fmla="*/ 271779 w 293269"/>
              <a:gd name="connsiteY3" fmla="*/ 23389 h 119973"/>
              <a:gd name="connsiteX4" fmla="*/ 271779 w 293269"/>
              <a:gd name="connsiteY4" fmla="*/ 106926 h 119973"/>
              <a:gd name="connsiteX5" fmla="*/ 262447 w 293269"/>
              <a:gd name="connsiteY5" fmla="*/ 116257 h 119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3269" h="119973">
                <a:moveTo>
                  <a:pt x="6059" y="6059"/>
                </a:moveTo>
                <a:lnTo>
                  <a:pt x="230010" y="6059"/>
                </a:lnTo>
                <a:cubicBezTo>
                  <a:pt x="245562" y="6059"/>
                  <a:pt x="260670" y="12280"/>
                  <a:pt x="271779" y="23389"/>
                </a:cubicBezTo>
                <a:lnTo>
                  <a:pt x="271779" y="23389"/>
                </a:lnTo>
                <a:cubicBezTo>
                  <a:pt x="294885" y="46495"/>
                  <a:pt x="294885" y="83820"/>
                  <a:pt x="271779" y="106926"/>
                </a:cubicBezTo>
                <a:lnTo>
                  <a:pt x="262447" y="116257"/>
                </a:lnTo>
              </a:path>
            </a:pathLst>
          </a:custGeom>
          <a:noFill/>
          <a:ln w="19050" cap="rnd">
            <a:solidFill>
              <a:schemeClr val="accent2"/>
            </a:solidFill>
            <a:prstDash val="solid"/>
            <a:round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A45EB5-A6CD-4D8A-A3D7-1D462A5DE828}"/>
              </a:ext>
            </a:extLst>
          </p:cNvPr>
          <p:cNvSpPr txBox="1"/>
          <p:nvPr userDrawn="1"/>
        </p:nvSpPr>
        <p:spPr>
          <a:xfrm>
            <a:off x="457761" y="1830030"/>
            <a:ext cx="3814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spc="0" dirty="0">
                <a:solidFill>
                  <a:schemeClr val="accent2"/>
                </a:solidFill>
              </a:rPr>
              <a:t>01</a:t>
            </a:r>
            <a:endParaRPr lang="ko-KR" altLang="en-US" sz="1200" b="1" spc="0" dirty="0">
              <a:solidFill>
                <a:schemeClr val="accent2"/>
              </a:solidFill>
            </a:endParaRPr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95F648A3-154B-44D8-AEB3-7CAEC55FF3DA}"/>
              </a:ext>
            </a:extLst>
          </p:cNvPr>
          <p:cNvSpPr txBox="1">
            <a:spLocks/>
          </p:cNvSpPr>
          <p:nvPr userDrawn="1"/>
        </p:nvSpPr>
        <p:spPr>
          <a:xfrm>
            <a:off x="441092" y="2131137"/>
            <a:ext cx="1738228" cy="781541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>
            <a:lvl1pPr marL="10800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소제목이 있다면</a:t>
            </a:r>
            <a:endParaRPr lang="en-US" altLang="ko-KR" dirty="0"/>
          </a:p>
          <a:p>
            <a:r>
              <a:rPr lang="en-US" altLang="ko-KR" dirty="0"/>
              <a:t>Sub title place</a:t>
            </a:r>
          </a:p>
        </p:txBody>
      </p:sp>
      <p:sp>
        <p:nvSpPr>
          <p:cNvPr id="20" name="텍스트 개체 틀 18">
            <a:extLst>
              <a:ext uri="{FF2B5EF4-FFF2-40B4-BE49-F238E27FC236}">
                <a16:creationId xmlns:a16="http://schemas.microsoft.com/office/drawing/2014/main" id="{1F0802FE-B2F1-4F93-BCFF-9BDD7E8F14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66059" y="4065771"/>
            <a:ext cx="3154363" cy="2036709"/>
          </a:xfrm>
        </p:spPr>
        <p:txBody>
          <a:bodyPr>
            <a:noAutofit/>
          </a:bodyPr>
          <a:lstStyle>
            <a:lvl1pPr marL="108000" indent="0">
              <a:lnSpc>
                <a:spcPct val="150000"/>
              </a:lnSpc>
              <a:buNone/>
              <a:defRPr lang="en-US" altLang="ko-KR" sz="1100" b="0" i="0" smtClean="0">
                <a:effectLst/>
              </a:defRPr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천자만홍이 바이며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설레는 </a:t>
            </a:r>
            <a:r>
              <a:rPr lang="ko-KR" altLang="en-US" b="0" i="0" dirty="0" err="1">
                <a:solidFill>
                  <a:srgbClr val="606C76"/>
                </a:solidFill>
                <a:effectLst/>
                <a:latin typeface="-apple-system"/>
              </a:rPr>
              <a:t>부패뿐이다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.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따뜻한 풀이 </a:t>
            </a:r>
            <a:r>
              <a:rPr lang="ko-KR" altLang="en-US" b="0" i="0" dirty="0" err="1">
                <a:solidFill>
                  <a:srgbClr val="606C76"/>
                </a:solidFill>
                <a:effectLst/>
                <a:latin typeface="-apple-system"/>
              </a:rPr>
              <a:t>두손을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 </a:t>
            </a:r>
            <a:r>
              <a:rPr lang="ko-KR" altLang="en-US" b="0" i="0" dirty="0" err="1">
                <a:solidFill>
                  <a:srgbClr val="606C76"/>
                </a:solidFill>
                <a:effectLst/>
                <a:latin typeface="-apple-system"/>
              </a:rPr>
              <a:t>할지니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피가 고행을 찬미를 뜨고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끓는 아니다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.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목숨을 이상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보는 커다란 보배를 이상의 보내는 뼈 위하여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그리하였는가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?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풀밭에 있는 보내는 구하기 </a:t>
            </a:r>
            <a:r>
              <a:rPr lang="ko-KR" altLang="en-US" b="0" i="0" dirty="0" err="1">
                <a:solidFill>
                  <a:srgbClr val="606C76"/>
                </a:solidFill>
                <a:effectLst/>
                <a:latin typeface="-apple-system"/>
              </a:rPr>
              <a:t>속잎나고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돋고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인생에 가는 것은 보라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.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그들은 때까지 없으면 위하여서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아니다</a:t>
            </a:r>
            <a:r>
              <a:rPr lang="en-US" altLang="ko-KR" b="0" i="0" dirty="0">
                <a:solidFill>
                  <a:srgbClr val="606C76"/>
                </a:solidFill>
                <a:effectLst/>
                <a:latin typeface="-apple-system"/>
              </a:rPr>
              <a:t>. </a:t>
            </a:r>
            <a:r>
              <a:rPr lang="ko-KR" altLang="en-US" b="0" i="0" dirty="0">
                <a:solidFill>
                  <a:srgbClr val="606C76"/>
                </a:solidFill>
                <a:effectLst/>
                <a:latin typeface="-apple-system"/>
              </a:rPr>
              <a:t>눈에 인생에 같은 이상</a:t>
            </a:r>
            <a:endParaRPr lang="ko-KR" altLang="en-US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13BC83C0-0FE2-48C7-ADEB-904CF076CDA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059" y="1646632"/>
            <a:ext cx="3154363" cy="2136881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296A85F-BACF-4EBA-9FCB-377293FDB4C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917" y="1646632"/>
            <a:ext cx="3154363" cy="2136881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313F4DA7-D616-409F-9643-1FCEDA46B266}"/>
              </a:ext>
            </a:extLst>
          </p:cNvPr>
          <p:cNvSpPr/>
          <p:nvPr userDrawn="1"/>
        </p:nvSpPr>
        <p:spPr>
          <a:xfrm>
            <a:off x="4863777" y="0"/>
            <a:ext cx="5042223" cy="86978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kumimoji="1" lang="ko-KR" altLang="en-US" sz="1600" b="1" dirty="0"/>
              <a:t>본 마스터는 테이블 </a:t>
            </a:r>
            <a:r>
              <a:rPr kumimoji="1" lang="ko-KR" altLang="en-US" sz="1600" b="1" dirty="0" err="1"/>
              <a:t>복사용으로</a:t>
            </a:r>
            <a:r>
              <a:rPr kumimoji="1" lang="ko-KR" altLang="en-US" sz="1600" b="1" dirty="0"/>
              <a:t> 만들어져</a:t>
            </a:r>
            <a:r>
              <a:rPr kumimoji="1" lang="en-US" altLang="ko-KR" sz="1600" b="1" dirty="0"/>
              <a:t>,</a:t>
            </a:r>
          </a:p>
          <a:p>
            <a:pPr algn="l">
              <a:lnSpc>
                <a:spcPct val="150000"/>
              </a:lnSpc>
            </a:pPr>
            <a:r>
              <a:rPr kumimoji="1" lang="ko-KR" altLang="en-US" sz="1600" b="1" dirty="0"/>
              <a:t>앞장에 테이블을 복사해 함께 사용해 주세요</a:t>
            </a:r>
            <a:r>
              <a:rPr kumimoji="1" lang="en-US" altLang="ko-KR" sz="1600" b="1" dirty="0"/>
              <a:t>.</a:t>
            </a:r>
            <a:endParaRPr kumimoji="1" lang="ko-Kore-KR" altLang="en-US" sz="1600" b="1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A08978D-8F8E-4C71-B104-F1F64F5F2819}"/>
              </a:ext>
            </a:extLst>
          </p:cNvPr>
          <p:cNvSpPr/>
          <p:nvPr userDrawn="1"/>
        </p:nvSpPr>
        <p:spPr>
          <a:xfrm>
            <a:off x="2766059" y="3783513"/>
            <a:ext cx="3154363" cy="4571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7F7F441-453F-42C4-BE71-701E6D9C64A9}"/>
              </a:ext>
            </a:extLst>
          </p:cNvPr>
          <p:cNvSpPr/>
          <p:nvPr userDrawn="1"/>
        </p:nvSpPr>
        <p:spPr>
          <a:xfrm>
            <a:off x="6476999" y="3783513"/>
            <a:ext cx="3154363" cy="4571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048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9214356A-3E9C-1E4F-912B-CC41D58D19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55451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218A3AE5-83E0-6947-9C20-81E94BC6F1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55451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32B1AE1-6E1E-9440-8E5A-B16CC086CC24}"/>
              </a:ext>
            </a:extLst>
          </p:cNvPr>
          <p:cNvCxnSpPr>
            <a:cxnSpLocks/>
          </p:cNvCxnSpPr>
          <p:nvPr userDrawn="1"/>
        </p:nvCxnSpPr>
        <p:spPr>
          <a:xfrm>
            <a:off x="128588" y="204064"/>
            <a:ext cx="64293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제목 1">
            <a:extLst>
              <a:ext uri="{FF2B5EF4-FFF2-40B4-BE49-F238E27FC236}">
                <a16:creationId xmlns:a16="http://schemas.microsoft.com/office/drawing/2014/main" id="{D15D2DAE-6850-8043-A3AD-6490B6831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8" y="227455"/>
            <a:ext cx="9650412" cy="485898"/>
          </a:xfrm>
          <a:solidFill>
            <a:schemeClr val="bg1"/>
          </a:solidFill>
        </p:spPr>
        <p:txBody>
          <a:bodyPr>
            <a:normAutofit/>
          </a:bodyPr>
          <a:lstStyle>
            <a:lvl1pPr marL="108000" indent="0">
              <a:buFontTx/>
              <a:buNone/>
              <a:defRPr sz="16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7" name="그래픽 6">
            <a:extLst>
              <a:ext uri="{FF2B5EF4-FFF2-40B4-BE49-F238E27FC236}">
                <a16:creationId xmlns:a16="http://schemas.microsoft.com/office/drawing/2014/main" id="{BF5AB1A7-7C15-42A6-AD2D-CD556C6424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054" y="6515508"/>
            <a:ext cx="499244" cy="131914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8D75F80-C472-4EB4-9717-5D5B105F4657}"/>
              </a:ext>
            </a:extLst>
          </p:cNvPr>
          <p:cNvCxnSpPr>
            <a:cxnSpLocks/>
          </p:cNvCxnSpPr>
          <p:nvPr userDrawn="1"/>
        </p:nvCxnSpPr>
        <p:spPr>
          <a:xfrm>
            <a:off x="128588" y="6445250"/>
            <a:ext cx="9669393" cy="2679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87990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436980-DAB1-44E5-AA52-69E46ABE58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1" y="642999"/>
            <a:ext cx="2503169" cy="774321"/>
          </a:xfrm>
        </p:spPr>
        <p:txBody>
          <a:bodyPr/>
          <a:lstStyle>
            <a:lvl1pPr marL="108000" indent="0" algn="l">
              <a:buNone/>
              <a:defRPr sz="18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부제목을 </a:t>
            </a:r>
            <a:br>
              <a:rPr lang="en-US" altLang="ko-KR" dirty="0"/>
            </a:br>
            <a:r>
              <a:rPr lang="ko-KR" altLang="en-US" dirty="0"/>
              <a:t>입력해주세요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7A387131-1650-4D43-8080-417F57FB03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15240" y="437197"/>
            <a:ext cx="1049179" cy="85725"/>
          </a:xfrm>
          <a:prstGeom prst="rect">
            <a:avLst/>
          </a:prstGeom>
        </p:spPr>
      </p:pic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55A2273-E5DD-4A75-9B5F-CE64AA24EB4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66783" y="1051877"/>
            <a:ext cx="5730875" cy="365443"/>
          </a:xfrm>
        </p:spPr>
        <p:txBody>
          <a:bodyPr anchor="ctr">
            <a:noAutofit/>
          </a:bodyPr>
          <a:lstStyle>
            <a:lvl1pPr marL="108000" indent="0" algn="r">
              <a:buNone/>
              <a:defRPr sz="1800" b="1"/>
            </a:lvl1pPr>
          </a:lstStyle>
          <a:p>
            <a:pPr lvl="0"/>
            <a:r>
              <a:rPr lang="ko-KR" altLang="en-US" dirty="0"/>
              <a:t>제목을 입력해주세요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2D75FC6-A7E9-49A2-A146-364508F8A296}"/>
              </a:ext>
            </a:extLst>
          </p:cNvPr>
          <p:cNvSpPr/>
          <p:nvPr userDrawn="1"/>
        </p:nvSpPr>
        <p:spPr>
          <a:xfrm>
            <a:off x="9467851" y="0"/>
            <a:ext cx="43814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F8D0C27-BE85-4568-A988-185AB4B15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502960" y="6225872"/>
            <a:ext cx="367930" cy="175094"/>
          </a:xfrm>
        </p:spPr>
        <p:txBody>
          <a:bodyPr/>
          <a:lstStyle>
            <a:lvl1pPr algn="ctr">
              <a:defRPr sz="1000"/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10" name="그래픽 8">
            <a:extLst>
              <a:ext uri="{FF2B5EF4-FFF2-40B4-BE49-F238E27FC236}">
                <a16:creationId xmlns:a16="http://schemas.microsoft.com/office/drawing/2014/main" id="{A5560DDC-F554-456B-BB93-3727BD322DF6}"/>
              </a:ext>
            </a:extLst>
          </p:cNvPr>
          <p:cNvSpPr/>
          <p:nvPr/>
        </p:nvSpPr>
        <p:spPr>
          <a:xfrm>
            <a:off x="3448049" y="1034286"/>
            <a:ext cx="5872268" cy="247650"/>
          </a:xfrm>
          <a:custGeom>
            <a:avLst/>
            <a:gdLst>
              <a:gd name="connsiteX0" fmla="*/ 7144 w 4562475"/>
              <a:gd name="connsiteY0" fmla="*/ 7144 h 247650"/>
              <a:gd name="connsiteX1" fmla="*/ 4432459 w 4562475"/>
              <a:gd name="connsiteY1" fmla="*/ 7144 h 247650"/>
              <a:gd name="connsiteX2" fmla="*/ 4521994 w 4562475"/>
              <a:gd name="connsiteY2" fmla="*/ 44291 h 247650"/>
              <a:gd name="connsiteX3" fmla="*/ 4521994 w 4562475"/>
              <a:gd name="connsiteY3" fmla="*/ 44291 h 247650"/>
              <a:gd name="connsiteX4" fmla="*/ 4521994 w 4562475"/>
              <a:gd name="connsiteY4" fmla="*/ 223361 h 247650"/>
              <a:gd name="connsiteX5" fmla="*/ 4501991 w 4562475"/>
              <a:gd name="connsiteY5" fmla="*/ 243364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62475" h="247650">
                <a:moveTo>
                  <a:pt x="7144" y="7144"/>
                </a:moveTo>
                <a:lnTo>
                  <a:pt x="4432459" y="7144"/>
                </a:lnTo>
                <a:cubicBezTo>
                  <a:pt x="4465797" y="7144"/>
                  <a:pt x="4498181" y="20479"/>
                  <a:pt x="4521994" y="44291"/>
                </a:cubicBezTo>
                <a:lnTo>
                  <a:pt x="4521994" y="44291"/>
                </a:lnTo>
                <a:cubicBezTo>
                  <a:pt x="4571524" y="93821"/>
                  <a:pt x="4571524" y="173831"/>
                  <a:pt x="4521994" y="223361"/>
                </a:cubicBezTo>
                <a:lnTo>
                  <a:pt x="4501991" y="243364"/>
                </a:lnTo>
              </a:path>
            </a:pathLst>
          </a:custGeom>
          <a:noFill/>
          <a:ln w="9525" cap="flat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9" name="그래픽 8">
            <a:extLst>
              <a:ext uri="{FF2B5EF4-FFF2-40B4-BE49-F238E27FC236}">
                <a16:creationId xmlns:a16="http://schemas.microsoft.com/office/drawing/2014/main" id="{C4C1BB3B-0AC4-4B1D-8E52-F0588F5C70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437303" y="629435"/>
            <a:ext cx="499244" cy="131914"/>
          </a:xfrm>
          <a:prstGeom prst="rect">
            <a:avLst/>
          </a:prstGeom>
        </p:spPr>
      </p:pic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D88E828-BBA1-4BB8-A54E-C4FBA8F97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8015288" y="3131049"/>
            <a:ext cx="3343275" cy="193354"/>
          </a:xfrm>
        </p:spPr>
        <p:txBody>
          <a:bodyPr/>
          <a:lstStyle/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/>
              <a:t>시스템명 </a:t>
            </a:r>
            <a:r>
              <a:rPr lang="en-US" altLang="ko-KR" dirty="0"/>
              <a:t>/ </a:t>
            </a:r>
            <a:r>
              <a:rPr lang="ko-KR" altLang="en-US" dirty="0"/>
              <a:t>사업명 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E2E71C2-2F7B-4B76-8BB8-208E39021C54}"/>
              </a:ext>
            </a:extLst>
          </p:cNvPr>
          <p:cNvCxnSpPr>
            <a:stCxn id="8" idx="0"/>
          </p:cNvCxnSpPr>
          <p:nvPr userDrawn="1"/>
        </p:nvCxnSpPr>
        <p:spPr>
          <a:xfrm flipH="1">
            <a:off x="9686925" y="0"/>
            <a:ext cx="1" cy="40254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36F7565-061F-48DA-98CF-9D0C0A0D6EB0}"/>
              </a:ext>
            </a:extLst>
          </p:cNvPr>
          <p:cNvCxnSpPr/>
          <p:nvPr userDrawn="1"/>
        </p:nvCxnSpPr>
        <p:spPr>
          <a:xfrm flipH="1">
            <a:off x="9686925" y="6477063"/>
            <a:ext cx="1" cy="40254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48992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3 - 레이아웃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436980-DAB1-44E5-AA52-69E46ABE58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1" y="642999"/>
            <a:ext cx="2503169" cy="774321"/>
          </a:xfrm>
        </p:spPr>
        <p:txBody>
          <a:bodyPr/>
          <a:lstStyle>
            <a:lvl1pPr marL="108000" indent="0" algn="l">
              <a:buNone/>
              <a:defRPr sz="18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부제목을 </a:t>
            </a:r>
            <a:br>
              <a:rPr lang="en-US" altLang="ko-KR" dirty="0"/>
            </a:br>
            <a:r>
              <a:rPr lang="ko-KR" altLang="en-US" dirty="0"/>
              <a:t>입력해주세요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7A387131-1650-4D43-8080-417F57FB03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15240" y="437197"/>
            <a:ext cx="1049179" cy="85725"/>
          </a:xfrm>
          <a:prstGeom prst="rect">
            <a:avLst/>
          </a:prstGeom>
        </p:spPr>
      </p:pic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55A2273-E5DD-4A75-9B5F-CE64AA24EB4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66783" y="1051877"/>
            <a:ext cx="5730875" cy="365443"/>
          </a:xfrm>
        </p:spPr>
        <p:txBody>
          <a:bodyPr anchor="ctr">
            <a:noAutofit/>
          </a:bodyPr>
          <a:lstStyle>
            <a:lvl1pPr marL="108000" indent="0" algn="r">
              <a:buNone/>
              <a:defRPr sz="1800" b="1"/>
            </a:lvl1pPr>
          </a:lstStyle>
          <a:p>
            <a:pPr lvl="0"/>
            <a:r>
              <a:rPr lang="ko-KR" altLang="en-US" dirty="0"/>
              <a:t>제목을 입력해주세요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2D75FC6-A7E9-49A2-A146-364508F8A296}"/>
              </a:ext>
            </a:extLst>
          </p:cNvPr>
          <p:cNvSpPr/>
          <p:nvPr userDrawn="1"/>
        </p:nvSpPr>
        <p:spPr>
          <a:xfrm>
            <a:off x="9467851" y="0"/>
            <a:ext cx="43814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F8D0C27-BE85-4568-A988-185AB4B15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502960" y="6225872"/>
            <a:ext cx="367930" cy="175094"/>
          </a:xfrm>
        </p:spPr>
        <p:txBody>
          <a:bodyPr/>
          <a:lstStyle>
            <a:lvl1pPr algn="ctr">
              <a:defRPr sz="1000"/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10" name="그래픽 8">
            <a:extLst>
              <a:ext uri="{FF2B5EF4-FFF2-40B4-BE49-F238E27FC236}">
                <a16:creationId xmlns:a16="http://schemas.microsoft.com/office/drawing/2014/main" id="{A5560DDC-F554-456B-BB93-3727BD322DF6}"/>
              </a:ext>
            </a:extLst>
          </p:cNvPr>
          <p:cNvSpPr/>
          <p:nvPr/>
        </p:nvSpPr>
        <p:spPr>
          <a:xfrm>
            <a:off x="3448049" y="1034286"/>
            <a:ext cx="5872268" cy="247650"/>
          </a:xfrm>
          <a:custGeom>
            <a:avLst/>
            <a:gdLst>
              <a:gd name="connsiteX0" fmla="*/ 7144 w 4562475"/>
              <a:gd name="connsiteY0" fmla="*/ 7144 h 247650"/>
              <a:gd name="connsiteX1" fmla="*/ 4432459 w 4562475"/>
              <a:gd name="connsiteY1" fmla="*/ 7144 h 247650"/>
              <a:gd name="connsiteX2" fmla="*/ 4521994 w 4562475"/>
              <a:gd name="connsiteY2" fmla="*/ 44291 h 247650"/>
              <a:gd name="connsiteX3" fmla="*/ 4521994 w 4562475"/>
              <a:gd name="connsiteY3" fmla="*/ 44291 h 247650"/>
              <a:gd name="connsiteX4" fmla="*/ 4521994 w 4562475"/>
              <a:gd name="connsiteY4" fmla="*/ 223361 h 247650"/>
              <a:gd name="connsiteX5" fmla="*/ 4501991 w 4562475"/>
              <a:gd name="connsiteY5" fmla="*/ 243364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62475" h="247650">
                <a:moveTo>
                  <a:pt x="7144" y="7144"/>
                </a:moveTo>
                <a:lnTo>
                  <a:pt x="4432459" y="7144"/>
                </a:lnTo>
                <a:cubicBezTo>
                  <a:pt x="4465797" y="7144"/>
                  <a:pt x="4498181" y="20479"/>
                  <a:pt x="4521994" y="44291"/>
                </a:cubicBezTo>
                <a:lnTo>
                  <a:pt x="4521994" y="44291"/>
                </a:lnTo>
                <a:cubicBezTo>
                  <a:pt x="4571524" y="93821"/>
                  <a:pt x="4571524" y="173831"/>
                  <a:pt x="4521994" y="223361"/>
                </a:cubicBezTo>
                <a:lnTo>
                  <a:pt x="4501991" y="243364"/>
                </a:lnTo>
              </a:path>
            </a:pathLst>
          </a:custGeom>
          <a:noFill/>
          <a:ln w="9525" cap="flat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9" name="그래픽 8">
            <a:extLst>
              <a:ext uri="{FF2B5EF4-FFF2-40B4-BE49-F238E27FC236}">
                <a16:creationId xmlns:a16="http://schemas.microsoft.com/office/drawing/2014/main" id="{C4C1BB3B-0AC4-4B1D-8E52-F0588F5C70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437303" y="629435"/>
            <a:ext cx="499244" cy="131914"/>
          </a:xfrm>
          <a:prstGeom prst="rect">
            <a:avLst/>
          </a:prstGeom>
        </p:spPr>
      </p:pic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D88E828-BBA1-4BB8-A54E-C4FBA8F97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8015288" y="3131049"/>
            <a:ext cx="3343275" cy="193354"/>
          </a:xfrm>
        </p:spPr>
        <p:txBody>
          <a:bodyPr/>
          <a:lstStyle/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/>
              <a:t>시스템명 </a:t>
            </a:r>
            <a:r>
              <a:rPr lang="en-US" altLang="ko-KR" dirty="0"/>
              <a:t>/ </a:t>
            </a:r>
            <a:r>
              <a:rPr lang="ko-KR" altLang="en-US" dirty="0"/>
              <a:t>사업명 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E2E71C2-2F7B-4B76-8BB8-208E39021C54}"/>
              </a:ext>
            </a:extLst>
          </p:cNvPr>
          <p:cNvCxnSpPr>
            <a:stCxn id="8" idx="0"/>
          </p:cNvCxnSpPr>
          <p:nvPr userDrawn="1"/>
        </p:nvCxnSpPr>
        <p:spPr>
          <a:xfrm flipH="1">
            <a:off x="9686925" y="0"/>
            <a:ext cx="1" cy="40254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36F7565-061F-48DA-98CF-9D0C0A0D6EB0}"/>
              </a:ext>
            </a:extLst>
          </p:cNvPr>
          <p:cNvCxnSpPr/>
          <p:nvPr userDrawn="1"/>
        </p:nvCxnSpPr>
        <p:spPr>
          <a:xfrm flipH="1">
            <a:off x="9686925" y="6477063"/>
            <a:ext cx="1" cy="40254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345E11DE-5E68-410E-9DB6-9AFEC013956B}"/>
              </a:ext>
            </a:extLst>
          </p:cNvPr>
          <p:cNvSpPr/>
          <p:nvPr userDrawn="1"/>
        </p:nvSpPr>
        <p:spPr>
          <a:xfrm>
            <a:off x="584201" y="2872127"/>
            <a:ext cx="1817371" cy="2895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83B1AD-B782-4867-B17D-32D59F009E4C}"/>
              </a:ext>
            </a:extLst>
          </p:cNvPr>
          <p:cNvSpPr/>
          <p:nvPr userDrawn="1"/>
        </p:nvSpPr>
        <p:spPr>
          <a:xfrm>
            <a:off x="2849563" y="2872127"/>
            <a:ext cx="1817371" cy="2895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DA6C67E-8E2E-408B-82E7-E820C5BCDE10}"/>
              </a:ext>
            </a:extLst>
          </p:cNvPr>
          <p:cNvSpPr/>
          <p:nvPr userDrawn="1"/>
        </p:nvSpPr>
        <p:spPr>
          <a:xfrm>
            <a:off x="5114925" y="2872127"/>
            <a:ext cx="1817371" cy="2895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D7F49E1-FF1F-42C2-9657-F0F336207A93}"/>
              </a:ext>
            </a:extLst>
          </p:cNvPr>
          <p:cNvSpPr/>
          <p:nvPr userDrawn="1"/>
        </p:nvSpPr>
        <p:spPr>
          <a:xfrm>
            <a:off x="7380287" y="2872127"/>
            <a:ext cx="1817371" cy="2895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18B8A4-7B86-4C15-9A87-E25DA1C70F37}"/>
              </a:ext>
            </a:extLst>
          </p:cNvPr>
          <p:cNvSpPr txBox="1"/>
          <p:nvPr userDrawn="1"/>
        </p:nvSpPr>
        <p:spPr>
          <a:xfrm>
            <a:off x="739140" y="3990927"/>
            <a:ext cx="1531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간단한 소제목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903849-D984-4BEA-AD90-9EAB0B3B2383}"/>
              </a:ext>
            </a:extLst>
          </p:cNvPr>
          <p:cNvSpPr txBox="1"/>
          <p:nvPr userDrawn="1"/>
        </p:nvSpPr>
        <p:spPr>
          <a:xfrm>
            <a:off x="2992438" y="3990927"/>
            <a:ext cx="1531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간단한 소제목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두줄 입력 소제목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E4A0E8-BEE1-4429-9441-41EFAD669A16}"/>
              </a:ext>
            </a:extLst>
          </p:cNvPr>
          <p:cNvSpPr txBox="1"/>
          <p:nvPr userDrawn="1"/>
        </p:nvSpPr>
        <p:spPr>
          <a:xfrm>
            <a:off x="5260896" y="3990927"/>
            <a:ext cx="1531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간단한 소제목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53CA00-21D8-48F3-A32E-29D9732E956E}"/>
              </a:ext>
            </a:extLst>
          </p:cNvPr>
          <p:cNvSpPr txBox="1"/>
          <p:nvPr userDrawn="1"/>
        </p:nvSpPr>
        <p:spPr>
          <a:xfrm>
            <a:off x="7514194" y="3990927"/>
            <a:ext cx="1531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간단한 소제목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두줄 입력 소제목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3409A3-1AB1-445E-8086-704BCB2EE0C3}"/>
              </a:ext>
            </a:extLst>
          </p:cNvPr>
          <p:cNvSpPr txBox="1"/>
          <p:nvPr userDrawn="1"/>
        </p:nvSpPr>
        <p:spPr>
          <a:xfrm>
            <a:off x="739140" y="4594247"/>
            <a:ext cx="1463040" cy="688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 err="1"/>
              <a:t>설명을넣어주세요설명을</a:t>
            </a:r>
            <a:r>
              <a:rPr lang="ko-KR" altLang="en-US" sz="900" dirty="0"/>
              <a:t> </a:t>
            </a:r>
            <a:r>
              <a:rPr lang="ko-KR" altLang="en-US" sz="900" dirty="0" err="1"/>
              <a:t>넣어주세요설명을</a:t>
            </a:r>
            <a:r>
              <a:rPr lang="ko-KR" altLang="en-US" sz="900" dirty="0"/>
              <a:t> 넣어주세요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3D22A5-DFE1-47F5-868A-8C94A4B7BB8F}"/>
              </a:ext>
            </a:extLst>
          </p:cNvPr>
          <p:cNvSpPr txBox="1"/>
          <p:nvPr userDrawn="1"/>
        </p:nvSpPr>
        <p:spPr>
          <a:xfrm>
            <a:off x="2992438" y="4594247"/>
            <a:ext cx="1463040" cy="688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 err="1"/>
              <a:t>설명을넣어주세요설명을</a:t>
            </a:r>
            <a:r>
              <a:rPr lang="ko-KR" altLang="en-US" sz="900" dirty="0"/>
              <a:t> </a:t>
            </a:r>
            <a:r>
              <a:rPr lang="ko-KR" altLang="en-US" sz="900" dirty="0" err="1"/>
              <a:t>넣어주세요설명을</a:t>
            </a:r>
            <a:r>
              <a:rPr lang="ko-KR" altLang="en-US" sz="900" dirty="0"/>
              <a:t> 넣어주세요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2333DF-AC36-4F31-9318-50E5264FB917}"/>
              </a:ext>
            </a:extLst>
          </p:cNvPr>
          <p:cNvSpPr txBox="1"/>
          <p:nvPr userDrawn="1"/>
        </p:nvSpPr>
        <p:spPr>
          <a:xfrm>
            <a:off x="5292090" y="4594247"/>
            <a:ext cx="1463040" cy="688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 err="1"/>
              <a:t>설명을넣어주세요설명을</a:t>
            </a:r>
            <a:r>
              <a:rPr lang="ko-KR" altLang="en-US" sz="900" dirty="0"/>
              <a:t> </a:t>
            </a:r>
            <a:r>
              <a:rPr lang="ko-KR" altLang="en-US" sz="900" dirty="0" err="1"/>
              <a:t>넣어주세요설명을</a:t>
            </a:r>
            <a:r>
              <a:rPr lang="ko-KR" altLang="en-US" sz="900" dirty="0"/>
              <a:t> 넣어주세요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704C81-A4BA-4470-8111-474979740A99}"/>
              </a:ext>
            </a:extLst>
          </p:cNvPr>
          <p:cNvSpPr txBox="1"/>
          <p:nvPr userDrawn="1"/>
        </p:nvSpPr>
        <p:spPr>
          <a:xfrm>
            <a:off x="7582774" y="4594247"/>
            <a:ext cx="1463040" cy="688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 err="1"/>
              <a:t>설명을넣어주세요설명을</a:t>
            </a:r>
            <a:r>
              <a:rPr lang="ko-KR" altLang="en-US" sz="900" dirty="0"/>
              <a:t> </a:t>
            </a:r>
            <a:r>
              <a:rPr lang="ko-KR" altLang="en-US" sz="900" dirty="0" err="1"/>
              <a:t>넣어주세요설명을</a:t>
            </a:r>
            <a:r>
              <a:rPr lang="ko-KR" altLang="en-US" sz="900" dirty="0"/>
              <a:t> 넣어주세요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2169DE7-589C-41D6-901A-D746E7A0E6FD}"/>
              </a:ext>
            </a:extLst>
          </p:cNvPr>
          <p:cNvSpPr/>
          <p:nvPr userDrawn="1"/>
        </p:nvSpPr>
        <p:spPr>
          <a:xfrm>
            <a:off x="584201" y="5767727"/>
            <a:ext cx="1817371" cy="5334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3A103A5-2D8E-43C5-B3E8-868257899F81}"/>
              </a:ext>
            </a:extLst>
          </p:cNvPr>
          <p:cNvSpPr/>
          <p:nvPr userDrawn="1"/>
        </p:nvSpPr>
        <p:spPr>
          <a:xfrm>
            <a:off x="2849563" y="5767727"/>
            <a:ext cx="1817371" cy="5334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E503C57-B99D-4F42-833D-2908007FFAE2}"/>
              </a:ext>
            </a:extLst>
          </p:cNvPr>
          <p:cNvSpPr/>
          <p:nvPr userDrawn="1"/>
        </p:nvSpPr>
        <p:spPr>
          <a:xfrm>
            <a:off x="5114925" y="5767727"/>
            <a:ext cx="1817371" cy="5334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AF77AC0-644C-4605-8C68-DBA3CFFFC6D8}"/>
              </a:ext>
            </a:extLst>
          </p:cNvPr>
          <p:cNvSpPr/>
          <p:nvPr userDrawn="1"/>
        </p:nvSpPr>
        <p:spPr>
          <a:xfrm>
            <a:off x="7392511" y="5767727"/>
            <a:ext cx="1817371" cy="5334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그래픽 29" descr="홈">
            <a:extLst>
              <a:ext uri="{FF2B5EF4-FFF2-40B4-BE49-F238E27FC236}">
                <a16:creationId xmlns:a16="http://schemas.microsoft.com/office/drawing/2014/main" id="{24AE8183-155F-47A5-837A-37BB4FEA2C2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750" y="3009436"/>
            <a:ext cx="914400" cy="914400"/>
          </a:xfrm>
          <a:prstGeom prst="rect">
            <a:avLst/>
          </a:prstGeom>
        </p:spPr>
      </p:pic>
      <p:pic>
        <p:nvPicPr>
          <p:cNvPr id="31" name="그래픽 30" descr="홈">
            <a:extLst>
              <a:ext uri="{FF2B5EF4-FFF2-40B4-BE49-F238E27FC236}">
                <a16:creationId xmlns:a16="http://schemas.microsoft.com/office/drawing/2014/main" id="{62A17A38-F785-4BF9-98C9-5A4CBA8FCBE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5647" y="3009436"/>
            <a:ext cx="914400" cy="914400"/>
          </a:xfrm>
          <a:prstGeom prst="rect">
            <a:avLst/>
          </a:prstGeom>
        </p:spPr>
      </p:pic>
      <p:pic>
        <p:nvPicPr>
          <p:cNvPr id="32" name="그래픽 31" descr="홈">
            <a:extLst>
              <a:ext uri="{FF2B5EF4-FFF2-40B4-BE49-F238E27FC236}">
                <a16:creationId xmlns:a16="http://schemas.microsoft.com/office/drawing/2014/main" id="{E44672DD-B93B-47D2-8650-AEF808E6897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70618" y="3009436"/>
            <a:ext cx="914400" cy="914400"/>
          </a:xfrm>
          <a:prstGeom prst="rect">
            <a:avLst/>
          </a:prstGeom>
        </p:spPr>
      </p:pic>
      <p:pic>
        <p:nvPicPr>
          <p:cNvPr id="33" name="그래픽 32" descr="홈">
            <a:extLst>
              <a:ext uri="{FF2B5EF4-FFF2-40B4-BE49-F238E27FC236}">
                <a16:creationId xmlns:a16="http://schemas.microsoft.com/office/drawing/2014/main" id="{A162BCA6-E0E2-4672-A903-66E682782A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22804" y="3009436"/>
            <a:ext cx="914400" cy="9144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ED0DD16-BD2F-4C83-8871-B02701B91A24}"/>
              </a:ext>
            </a:extLst>
          </p:cNvPr>
          <p:cNvSpPr txBox="1"/>
          <p:nvPr userDrawn="1"/>
        </p:nvSpPr>
        <p:spPr>
          <a:xfrm>
            <a:off x="3610394" y="1826112"/>
            <a:ext cx="24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제목을 넣어주세요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64C608-BB2C-4DCD-8572-8CABCA065017}"/>
              </a:ext>
            </a:extLst>
          </p:cNvPr>
          <p:cNvSpPr txBox="1"/>
          <p:nvPr userDrawn="1"/>
        </p:nvSpPr>
        <p:spPr>
          <a:xfrm>
            <a:off x="584201" y="2310814"/>
            <a:ext cx="86256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0" dirty="0"/>
              <a:t>제목을 넣어주세요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C0DEC1C-A23D-4EEC-AB12-1CC34E66DDEB}"/>
              </a:ext>
            </a:extLst>
          </p:cNvPr>
          <p:cNvSpPr/>
          <p:nvPr userDrawn="1"/>
        </p:nvSpPr>
        <p:spPr>
          <a:xfrm>
            <a:off x="4863777" y="0"/>
            <a:ext cx="5042223" cy="86978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kumimoji="1" lang="ko-KR" altLang="en-US" sz="1600" b="1" dirty="0"/>
              <a:t>본 마스터는 테이블 </a:t>
            </a:r>
            <a:r>
              <a:rPr kumimoji="1" lang="ko-KR" altLang="en-US" sz="1600" b="1" dirty="0" err="1"/>
              <a:t>복사용으로</a:t>
            </a:r>
            <a:r>
              <a:rPr kumimoji="1" lang="ko-KR" altLang="en-US" sz="1600" b="1" dirty="0"/>
              <a:t> 만들어져</a:t>
            </a:r>
            <a:r>
              <a:rPr kumimoji="1" lang="en-US" altLang="ko-KR" sz="1600" b="1" dirty="0"/>
              <a:t>,</a:t>
            </a:r>
          </a:p>
          <a:p>
            <a:pPr algn="l">
              <a:lnSpc>
                <a:spcPct val="150000"/>
              </a:lnSpc>
            </a:pPr>
            <a:r>
              <a:rPr kumimoji="1" lang="ko-KR" altLang="en-US" sz="1600" b="1" dirty="0"/>
              <a:t>앞장에 테이블을 복사해 함께 사용해 주세요</a:t>
            </a:r>
            <a:r>
              <a:rPr kumimoji="1" lang="en-US" altLang="ko-KR" sz="1600" b="1" dirty="0"/>
              <a:t>.</a:t>
            </a:r>
            <a:endParaRPr kumimoji="1" lang="ko-Kore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6698991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3 - 레이아웃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436980-DAB1-44E5-AA52-69E46ABE58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1" y="642999"/>
            <a:ext cx="2503169" cy="774321"/>
          </a:xfrm>
        </p:spPr>
        <p:txBody>
          <a:bodyPr/>
          <a:lstStyle>
            <a:lvl1pPr marL="108000" indent="0" algn="l">
              <a:buNone/>
              <a:defRPr sz="18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프로세스</a:t>
            </a:r>
            <a:br>
              <a:rPr lang="en-US" altLang="ko-KR" dirty="0"/>
            </a:br>
            <a:r>
              <a:rPr lang="ko-KR" altLang="en-US" dirty="0"/>
              <a:t>설명이 필요할 때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7A387131-1650-4D43-8080-417F57FB03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15240" y="437197"/>
            <a:ext cx="1049179" cy="85725"/>
          </a:xfrm>
          <a:prstGeom prst="rect">
            <a:avLst/>
          </a:prstGeom>
        </p:spPr>
      </p:pic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55A2273-E5DD-4A75-9B5F-CE64AA24EB4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66783" y="1051877"/>
            <a:ext cx="5730875" cy="365443"/>
          </a:xfrm>
        </p:spPr>
        <p:txBody>
          <a:bodyPr anchor="ctr">
            <a:noAutofit/>
          </a:bodyPr>
          <a:lstStyle>
            <a:lvl1pPr marL="108000" indent="0" algn="r">
              <a:buNone/>
              <a:defRPr sz="1800" b="1"/>
            </a:lvl1pPr>
          </a:lstStyle>
          <a:p>
            <a:pPr lvl="0"/>
            <a:r>
              <a:rPr lang="ko-KR" altLang="en-US" dirty="0"/>
              <a:t>제목을 입력해주세요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2D75FC6-A7E9-49A2-A146-364508F8A296}"/>
              </a:ext>
            </a:extLst>
          </p:cNvPr>
          <p:cNvSpPr/>
          <p:nvPr userDrawn="1"/>
        </p:nvSpPr>
        <p:spPr>
          <a:xfrm>
            <a:off x="9467851" y="0"/>
            <a:ext cx="43814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F8D0C27-BE85-4568-A988-185AB4B15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502960" y="6225872"/>
            <a:ext cx="367930" cy="175094"/>
          </a:xfrm>
        </p:spPr>
        <p:txBody>
          <a:bodyPr/>
          <a:lstStyle>
            <a:lvl1pPr algn="ctr">
              <a:defRPr sz="1000"/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10" name="그래픽 8">
            <a:extLst>
              <a:ext uri="{FF2B5EF4-FFF2-40B4-BE49-F238E27FC236}">
                <a16:creationId xmlns:a16="http://schemas.microsoft.com/office/drawing/2014/main" id="{A5560DDC-F554-456B-BB93-3727BD322DF6}"/>
              </a:ext>
            </a:extLst>
          </p:cNvPr>
          <p:cNvSpPr/>
          <p:nvPr/>
        </p:nvSpPr>
        <p:spPr>
          <a:xfrm>
            <a:off x="3448049" y="1034286"/>
            <a:ext cx="5872268" cy="247650"/>
          </a:xfrm>
          <a:custGeom>
            <a:avLst/>
            <a:gdLst>
              <a:gd name="connsiteX0" fmla="*/ 7144 w 4562475"/>
              <a:gd name="connsiteY0" fmla="*/ 7144 h 247650"/>
              <a:gd name="connsiteX1" fmla="*/ 4432459 w 4562475"/>
              <a:gd name="connsiteY1" fmla="*/ 7144 h 247650"/>
              <a:gd name="connsiteX2" fmla="*/ 4521994 w 4562475"/>
              <a:gd name="connsiteY2" fmla="*/ 44291 h 247650"/>
              <a:gd name="connsiteX3" fmla="*/ 4521994 w 4562475"/>
              <a:gd name="connsiteY3" fmla="*/ 44291 h 247650"/>
              <a:gd name="connsiteX4" fmla="*/ 4521994 w 4562475"/>
              <a:gd name="connsiteY4" fmla="*/ 223361 h 247650"/>
              <a:gd name="connsiteX5" fmla="*/ 4501991 w 4562475"/>
              <a:gd name="connsiteY5" fmla="*/ 243364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62475" h="247650">
                <a:moveTo>
                  <a:pt x="7144" y="7144"/>
                </a:moveTo>
                <a:lnTo>
                  <a:pt x="4432459" y="7144"/>
                </a:lnTo>
                <a:cubicBezTo>
                  <a:pt x="4465797" y="7144"/>
                  <a:pt x="4498181" y="20479"/>
                  <a:pt x="4521994" y="44291"/>
                </a:cubicBezTo>
                <a:lnTo>
                  <a:pt x="4521994" y="44291"/>
                </a:lnTo>
                <a:cubicBezTo>
                  <a:pt x="4571524" y="93821"/>
                  <a:pt x="4571524" y="173831"/>
                  <a:pt x="4521994" y="223361"/>
                </a:cubicBezTo>
                <a:lnTo>
                  <a:pt x="4501991" y="243364"/>
                </a:lnTo>
              </a:path>
            </a:pathLst>
          </a:custGeom>
          <a:noFill/>
          <a:ln w="9525" cap="flat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9" name="그래픽 8">
            <a:extLst>
              <a:ext uri="{FF2B5EF4-FFF2-40B4-BE49-F238E27FC236}">
                <a16:creationId xmlns:a16="http://schemas.microsoft.com/office/drawing/2014/main" id="{C4C1BB3B-0AC4-4B1D-8E52-F0588F5C70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437303" y="629435"/>
            <a:ext cx="499244" cy="131914"/>
          </a:xfrm>
          <a:prstGeom prst="rect">
            <a:avLst/>
          </a:prstGeom>
        </p:spPr>
      </p:pic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D88E828-BBA1-4BB8-A54E-C4FBA8F97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8015288" y="3131049"/>
            <a:ext cx="3343275" cy="193354"/>
          </a:xfrm>
        </p:spPr>
        <p:txBody>
          <a:bodyPr/>
          <a:lstStyle/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/>
              <a:t>시스템명 </a:t>
            </a:r>
            <a:r>
              <a:rPr lang="en-US" altLang="ko-KR" dirty="0"/>
              <a:t>/ </a:t>
            </a:r>
            <a:r>
              <a:rPr lang="ko-KR" altLang="en-US" dirty="0"/>
              <a:t>사업명 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E2E71C2-2F7B-4B76-8BB8-208E39021C54}"/>
              </a:ext>
            </a:extLst>
          </p:cNvPr>
          <p:cNvCxnSpPr>
            <a:stCxn id="8" idx="0"/>
          </p:cNvCxnSpPr>
          <p:nvPr userDrawn="1"/>
        </p:nvCxnSpPr>
        <p:spPr>
          <a:xfrm flipH="1">
            <a:off x="9686925" y="0"/>
            <a:ext cx="1" cy="40254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36F7565-061F-48DA-98CF-9D0C0A0D6EB0}"/>
              </a:ext>
            </a:extLst>
          </p:cNvPr>
          <p:cNvCxnSpPr/>
          <p:nvPr userDrawn="1"/>
        </p:nvCxnSpPr>
        <p:spPr>
          <a:xfrm flipH="1">
            <a:off x="9686925" y="6477063"/>
            <a:ext cx="1" cy="40254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DFB1A1B-1BC8-4CF6-829E-78996B56D1B9}"/>
              </a:ext>
            </a:extLst>
          </p:cNvPr>
          <p:cNvSpPr/>
          <p:nvPr userDrawn="1"/>
        </p:nvSpPr>
        <p:spPr>
          <a:xfrm>
            <a:off x="461542" y="2543697"/>
            <a:ext cx="8736116" cy="2025650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90F5816-BA48-48F3-B66F-1107BA4A50FC}"/>
              </a:ext>
            </a:extLst>
          </p:cNvPr>
          <p:cNvSpPr/>
          <p:nvPr userDrawn="1"/>
        </p:nvSpPr>
        <p:spPr>
          <a:xfrm>
            <a:off x="766341" y="3163673"/>
            <a:ext cx="900000" cy="90000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글을 넣으세요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662B0BB0-CCAF-48DD-9AFE-F07FA0200288}"/>
              </a:ext>
            </a:extLst>
          </p:cNvPr>
          <p:cNvSpPr/>
          <p:nvPr userDrawn="1"/>
        </p:nvSpPr>
        <p:spPr>
          <a:xfrm>
            <a:off x="2222271" y="3163673"/>
            <a:ext cx="900000" cy="900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글을 넣으세요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5DFB5B65-9680-4AC4-A030-D80B8CA9D18F}"/>
              </a:ext>
            </a:extLst>
          </p:cNvPr>
          <p:cNvSpPr/>
          <p:nvPr userDrawn="1"/>
        </p:nvSpPr>
        <p:spPr>
          <a:xfrm>
            <a:off x="3678201" y="3163673"/>
            <a:ext cx="900000" cy="90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글을 넣으세요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77C0815E-C55B-4B5B-9329-66769CE11D29}"/>
              </a:ext>
            </a:extLst>
          </p:cNvPr>
          <p:cNvSpPr/>
          <p:nvPr userDrawn="1"/>
        </p:nvSpPr>
        <p:spPr>
          <a:xfrm>
            <a:off x="8045994" y="3163673"/>
            <a:ext cx="900000" cy="900000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완료</a:t>
            </a:r>
            <a:endParaRPr lang="en-US" altLang="ko-KR" sz="1000" b="1" dirty="0"/>
          </a:p>
          <a:p>
            <a:pPr algn="ctr"/>
            <a:r>
              <a:rPr lang="ko-KR" altLang="en-US" sz="1000" b="1" dirty="0"/>
              <a:t>단계</a:t>
            </a:r>
            <a:endParaRPr lang="en-US" altLang="ko-KR" sz="1000" b="1" dirty="0"/>
          </a:p>
        </p:txBody>
      </p:sp>
      <p:sp>
        <p:nvSpPr>
          <p:cNvPr id="22" name="그래픽 20">
            <a:extLst>
              <a:ext uri="{FF2B5EF4-FFF2-40B4-BE49-F238E27FC236}">
                <a16:creationId xmlns:a16="http://schemas.microsoft.com/office/drawing/2014/main" id="{8322DD04-B6BD-4D96-A059-B0094066909C}"/>
              </a:ext>
            </a:extLst>
          </p:cNvPr>
          <p:cNvSpPr/>
          <p:nvPr/>
        </p:nvSpPr>
        <p:spPr>
          <a:xfrm>
            <a:off x="1810939" y="3561719"/>
            <a:ext cx="266734" cy="103909"/>
          </a:xfrm>
          <a:custGeom>
            <a:avLst/>
            <a:gdLst>
              <a:gd name="connsiteX0" fmla="*/ 21431 w 390525"/>
              <a:gd name="connsiteY0" fmla="*/ 100489 h 114300"/>
              <a:gd name="connsiteX1" fmla="*/ 373856 w 390525"/>
              <a:gd name="connsiteY1" fmla="*/ 100489 h 114300"/>
              <a:gd name="connsiteX2" fmla="*/ 254794 w 390525"/>
              <a:gd name="connsiteY2" fmla="*/ 21431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0525" h="114300">
                <a:moveTo>
                  <a:pt x="21431" y="100489"/>
                </a:moveTo>
                <a:lnTo>
                  <a:pt x="373856" y="100489"/>
                </a:lnTo>
                <a:lnTo>
                  <a:pt x="254794" y="21431"/>
                </a:lnTo>
              </a:path>
            </a:pathLst>
          </a:custGeom>
          <a:noFill/>
          <a:ln w="28575" cap="rnd">
            <a:solidFill>
              <a:schemeClr val="bg1">
                <a:lumMod val="65000"/>
              </a:schemeClr>
            </a:solidFill>
            <a:prstDash val="solid"/>
            <a:round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3" name="그래픽 20">
            <a:extLst>
              <a:ext uri="{FF2B5EF4-FFF2-40B4-BE49-F238E27FC236}">
                <a16:creationId xmlns:a16="http://schemas.microsoft.com/office/drawing/2014/main" id="{223C86D5-ED0C-4601-854D-0B0F6D4E357B}"/>
              </a:ext>
            </a:extLst>
          </p:cNvPr>
          <p:cNvSpPr/>
          <p:nvPr userDrawn="1"/>
        </p:nvSpPr>
        <p:spPr>
          <a:xfrm>
            <a:off x="3266869" y="3561719"/>
            <a:ext cx="266734" cy="103909"/>
          </a:xfrm>
          <a:custGeom>
            <a:avLst/>
            <a:gdLst>
              <a:gd name="connsiteX0" fmla="*/ 21431 w 390525"/>
              <a:gd name="connsiteY0" fmla="*/ 100489 h 114300"/>
              <a:gd name="connsiteX1" fmla="*/ 373856 w 390525"/>
              <a:gd name="connsiteY1" fmla="*/ 100489 h 114300"/>
              <a:gd name="connsiteX2" fmla="*/ 254794 w 390525"/>
              <a:gd name="connsiteY2" fmla="*/ 21431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0525" h="114300">
                <a:moveTo>
                  <a:pt x="21431" y="100489"/>
                </a:moveTo>
                <a:lnTo>
                  <a:pt x="373856" y="100489"/>
                </a:lnTo>
                <a:lnTo>
                  <a:pt x="254794" y="21431"/>
                </a:lnTo>
              </a:path>
            </a:pathLst>
          </a:custGeom>
          <a:noFill/>
          <a:ln w="28575" cap="rnd">
            <a:solidFill>
              <a:schemeClr val="bg1">
                <a:lumMod val="65000"/>
              </a:schemeClr>
            </a:solidFill>
            <a:prstDash val="solid"/>
            <a:round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907C3A83-07C9-4C34-B99B-05EE4A9469AB}"/>
              </a:ext>
            </a:extLst>
          </p:cNvPr>
          <p:cNvSpPr/>
          <p:nvPr userDrawn="1"/>
        </p:nvSpPr>
        <p:spPr>
          <a:xfrm>
            <a:off x="5134131" y="3163673"/>
            <a:ext cx="900000" cy="900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글을 넣으세요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700A5EB1-0CDE-4D9A-95C2-A01C3ADE9181}"/>
              </a:ext>
            </a:extLst>
          </p:cNvPr>
          <p:cNvSpPr/>
          <p:nvPr userDrawn="1"/>
        </p:nvSpPr>
        <p:spPr>
          <a:xfrm>
            <a:off x="6590061" y="3163673"/>
            <a:ext cx="900000" cy="90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글을 넣으세요</a:t>
            </a:r>
          </a:p>
        </p:txBody>
      </p:sp>
      <p:sp>
        <p:nvSpPr>
          <p:cNvPr id="27" name="그래픽 20">
            <a:extLst>
              <a:ext uri="{FF2B5EF4-FFF2-40B4-BE49-F238E27FC236}">
                <a16:creationId xmlns:a16="http://schemas.microsoft.com/office/drawing/2014/main" id="{230727F8-39F4-45F9-8E1A-1FD2EAA846CE}"/>
              </a:ext>
            </a:extLst>
          </p:cNvPr>
          <p:cNvSpPr/>
          <p:nvPr userDrawn="1"/>
        </p:nvSpPr>
        <p:spPr>
          <a:xfrm>
            <a:off x="4722799" y="3561719"/>
            <a:ext cx="266734" cy="103909"/>
          </a:xfrm>
          <a:custGeom>
            <a:avLst/>
            <a:gdLst>
              <a:gd name="connsiteX0" fmla="*/ 21431 w 390525"/>
              <a:gd name="connsiteY0" fmla="*/ 100489 h 114300"/>
              <a:gd name="connsiteX1" fmla="*/ 373856 w 390525"/>
              <a:gd name="connsiteY1" fmla="*/ 100489 h 114300"/>
              <a:gd name="connsiteX2" fmla="*/ 254794 w 390525"/>
              <a:gd name="connsiteY2" fmla="*/ 21431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0525" h="114300">
                <a:moveTo>
                  <a:pt x="21431" y="100489"/>
                </a:moveTo>
                <a:lnTo>
                  <a:pt x="373856" y="100489"/>
                </a:lnTo>
                <a:lnTo>
                  <a:pt x="254794" y="21431"/>
                </a:lnTo>
              </a:path>
            </a:pathLst>
          </a:custGeom>
          <a:noFill/>
          <a:ln w="28575" cap="rnd">
            <a:solidFill>
              <a:schemeClr val="bg1">
                <a:lumMod val="65000"/>
              </a:schemeClr>
            </a:solidFill>
            <a:prstDash val="solid"/>
            <a:round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8" name="그래픽 20">
            <a:extLst>
              <a:ext uri="{FF2B5EF4-FFF2-40B4-BE49-F238E27FC236}">
                <a16:creationId xmlns:a16="http://schemas.microsoft.com/office/drawing/2014/main" id="{5614A8EB-24E3-457F-8BFE-450C7EBD7C17}"/>
              </a:ext>
            </a:extLst>
          </p:cNvPr>
          <p:cNvSpPr/>
          <p:nvPr userDrawn="1"/>
        </p:nvSpPr>
        <p:spPr>
          <a:xfrm>
            <a:off x="6178729" y="3561719"/>
            <a:ext cx="266734" cy="103909"/>
          </a:xfrm>
          <a:custGeom>
            <a:avLst/>
            <a:gdLst>
              <a:gd name="connsiteX0" fmla="*/ 21431 w 390525"/>
              <a:gd name="connsiteY0" fmla="*/ 100489 h 114300"/>
              <a:gd name="connsiteX1" fmla="*/ 373856 w 390525"/>
              <a:gd name="connsiteY1" fmla="*/ 100489 h 114300"/>
              <a:gd name="connsiteX2" fmla="*/ 254794 w 390525"/>
              <a:gd name="connsiteY2" fmla="*/ 21431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0525" h="114300">
                <a:moveTo>
                  <a:pt x="21431" y="100489"/>
                </a:moveTo>
                <a:lnTo>
                  <a:pt x="373856" y="100489"/>
                </a:lnTo>
                <a:lnTo>
                  <a:pt x="254794" y="21431"/>
                </a:lnTo>
              </a:path>
            </a:pathLst>
          </a:custGeom>
          <a:noFill/>
          <a:ln w="28575" cap="rnd">
            <a:solidFill>
              <a:schemeClr val="bg1">
                <a:lumMod val="65000"/>
              </a:schemeClr>
            </a:solidFill>
            <a:prstDash val="solid"/>
            <a:round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9" name="그래픽 20">
            <a:extLst>
              <a:ext uri="{FF2B5EF4-FFF2-40B4-BE49-F238E27FC236}">
                <a16:creationId xmlns:a16="http://schemas.microsoft.com/office/drawing/2014/main" id="{5600EEBC-C445-49A4-BC0D-930330C2DE2D}"/>
              </a:ext>
            </a:extLst>
          </p:cNvPr>
          <p:cNvSpPr/>
          <p:nvPr userDrawn="1"/>
        </p:nvSpPr>
        <p:spPr>
          <a:xfrm>
            <a:off x="7634659" y="3561719"/>
            <a:ext cx="266734" cy="103909"/>
          </a:xfrm>
          <a:custGeom>
            <a:avLst/>
            <a:gdLst>
              <a:gd name="connsiteX0" fmla="*/ 21431 w 390525"/>
              <a:gd name="connsiteY0" fmla="*/ 100489 h 114300"/>
              <a:gd name="connsiteX1" fmla="*/ 373856 w 390525"/>
              <a:gd name="connsiteY1" fmla="*/ 100489 h 114300"/>
              <a:gd name="connsiteX2" fmla="*/ 254794 w 390525"/>
              <a:gd name="connsiteY2" fmla="*/ 21431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0525" h="114300">
                <a:moveTo>
                  <a:pt x="21431" y="100489"/>
                </a:moveTo>
                <a:lnTo>
                  <a:pt x="373856" y="100489"/>
                </a:lnTo>
                <a:lnTo>
                  <a:pt x="254794" y="21431"/>
                </a:lnTo>
              </a:path>
            </a:pathLst>
          </a:custGeom>
          <a:noFill/>
          <a:ln w="28575" cap="rnd">
            <a:solidFill>
              <a:schemeClr val="bg1">
                <a:lumMod val="65000"/>
              </a:schemeClr>
            </a:solidFill>
            <a:prstDash val="solid"/>
            <a:round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7" name="텍스트 개체 틀 36">
            <a:extLst>
              <a:ext uri="{FF2B5EF4-FFF2-40B4-BE49-F238E27FC236}">
                <a16:creationId xmlns:a16="http://schemas.microsoft.com/office/drawing/2014/main" id="{7837D367-F9C3-4918-B8A6-DE8E8E773E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200" y="1632908"/>
            <a:ext cx="4549775" cy="538057"/>
          </a:xfrm>
        </p:spPr>
        <p:txBody>
          <a:bodyPr>
            <a:normAutofit/>
          </a:bodyPr>
          <a:lstStyle>
            <a:lvl1pPr marL="0" indent="-180000">
              <a:lnSpc>
                <a:spcPct val="150000"/>
              </a:lnSpc>
              <a:spcBef>
                <a:spcPts val="0"/>
              </a:spcBef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간단한 설명을 넣으실 때</a:t>
            </a:r>
            <a:r>
              <a:rPr lang="en-US" altLang="ko-KR" dirty="0"/>
              <a:t>.</a:t>
            </a:r>
          </a:p>
          <a:p>
            <a:pPr lvl="0"/>
            <a:r>
              <a:rPr lang="ko-KR" altLang="en-US" dirty="0"/>
              <a:t>두가지를 넣어야 할 때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AD072EE3-A022-4430-AAF0-6B811E3DBD41}"/>
              </a:ext>
            </a:extLst>
          </p:cNvPr>
          <p:cNvCxnSpPr>
            <a:cxnSpLocks/>
          </p:cNvCxnSpPr>
          <p:nvPr userDrawn="1"/>
        </p:nvCxnSpPr>
        <p:spPr>
          <a:xfrm flipV="1">
            <a:off x="2635250" y="4354976"/>
            <a:ext cx="0" cy="55880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400D8887-3520-4EAA-9516-6FD301AAE952}"/>
              </a:ext>
            </a:extLst>
          </p:cNvPr>
          <p:cNvCxnSpPr>
            <a:cxnSpLocks/>
          </p:cNvCxnSpPr>
          <p:nvPr userDrawn="1"/>
        </p:nvCxnSpPr>
        <p:spPr>
          <a:xfrm flipV="1">
            <a:off x="5537200" y="4354976"/>
            <a:ext cx="0" cy="55880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텍스트 개체 틀 42">
            <a:extLst>
              <a:ext uri="{FF2B5EF4-FFF2-40B4-BE49-F238E27FC236}">
                <a16:creationId xmlns:a16="http://schemas.microsoft.com/office/drawing/2014/main" id="{2EC5878A-472E-40E6-94D4-DEAC0498C8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79535" y="2847761"/>
            <a:ext cx="785471" cy="190500"/>
          </a:xfrm>
        </p:spPr>
        <p:txBody>
          <a:bodyPr>
            <a:noAutofit/>
          </a:bodyPr>
          <a:lstStyle>
            <a:lvl1pPr marL="108000" indent="0">
              <a:buNone/>
              <a:defRPr sz="1000" b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ko-KR" altLang="en-US" dirty="0" err="1"/>
              <a:t>설명글</a:t>
            </a:r>
            <a:endParaRPr lang="ko-KR" altLang="en-US" dirty="0"/>
          </a:p>
        </p:txBody>
      </p:sp>
      <p:sp>
        <p:nvSpPr>
          <p:cNvPr id="44" name="텍스트 개체 틀 42">
            <a:extLst>
              <a:ext uri="{FF2B5EF4-FFF2-40B4-BE49-F238E27FC236}">
                <a16:creationId xmlns:a16="http://schemas.microsoft.com/office/drawing/2014/main" id="{40697C6A-E2F2-4426-80A4-BE01A62C84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27335" y="2847761"/>
            <a:ext cx="785471" cy="190500"/>
          </a:xfrm>
        </p:spPr>
        <p:txBody>
          <a:bodyPr>
            <a:noAutofit/>
          </a:bodyPr>
          <a:lstStyle>
            <a:lvl1pPr marL="108000" indent="0">
              <a:buNone/>
              <a:defRPr sz="1000" b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ko-KR" altLang="en-US" dirty="0" err="1"/>
              <a:t>설명글</a:t>
            </a:r>
            <a:endParaRPr lang="ko-KR" altLang="en-US" dirty="0"/>
          </a:p>
        </p:txBody>
      </p:sp>
      <p:sp>
        <p:nvSpPr>
          <p:cNvPr id="45" name="텍스트 개체 틀 42">
            <a:extLst>
              <a:ext uri="{FF2B5EF4-FFF2-40B4-BE49-F238E27FC236}">
                <a16:creationId xmlns:a16="http://schemas.microsoft.com/office/drawing/2014/main" id="{4CCC33D3-6752-43E1-B830-B6CD3D48E6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75135" y="2847761"/>
            <a:ext cx="785471" cy="190500"/>
          </a:xfrm>
        </p:spPr>
        <p:txBody>
          <a:bodyPr>
            <a:noAutofit/>
          </a:bodyPr>
          <a:lstStyle>
            <a:lvl1pPr marL="108000" indent="0">
              <a:buNone/>
              <a:defRPr sz="1000" b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ko-KR" altLang="en-US" dirty="0" err="1"/>
              <a:t>설명글</a:t>
            </a:r>
            <a:endParaRPr lang="ko-KR" altLang="en-US" dirty="0"/>
          </a:p>
        </p:txBody>
      </p:sp>
      <p:sp>
        <p:nvSpPr>
          <p:cNvPr id="46" name="텍스트 개체 틀 42">
            <a:extLst>
              <a:ext uri="{FF2B5EF4-FFF2-40B4-BE49-F238E27FC236}">
                <a16:creationId xmlns:a16="http://schemas.microsoft.com/office/drawing/2014/main" id="{8CC5ED0E-7230-4317-B46B-E1391729286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22935" y="2847761"/>
            <a:ext cx="785471" cy="190500"/>
          </a:xfrm>
        </p:spPr>
        <p:txBody>
          <a:bodyPr>
            <a:noAutofit/>
          </a:bodyPr>
          <a:lstStyle>
            <a:lvl1pPr marL="108000" indent="0">
              <a:buNone/>
              <a:defRPr sz="1000" b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ko-KR" altLang="en-US" dirty="0" err="1"/>
              <a:t>설명글</a:t>
            </a:r>
            <a:endParaRPr lang="ko-KR" altLang="en-US" dirty="0"/>
          </a:p>
        </p:txBody>
      </p:sp>
      <p:sp>
        <p:nvSpPr>
          <p:cNvPr id="48" name="텍스트 개체 틀 42">
            <a:extLst>
              <a:ext uri="{FF2B5EF4-FFF2-40B4-BE49-F238E27FC236}">
                <a16:creationId xmlns:a16="http://schemas.microsoft.com/office/drawing/2014/main" id="{70FB7D97-8393-4794-A74C-EFD83F7794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69216" y="4965695"/>
            <a:ext cx="1532067" cy="223089"/>
          </a:xfr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타이틀을 넣으세요</a:t>
            </a:r>
          </a:p>
        </p:txBody>
      </p:sp>
      <p:sp>
        <p:nvSpPr>
          <p:cNvPr id="50" name="텍스트 개체 틀 49">
            <a:extLst>
              <a:ext uri="{FF2B5EF4-FFF2-40B4-BE49-F238E27FC236}">
                <a16:creationId xmlns:a16="http://schemas.microsoft.com/office/drawing/2014/main" id="{59C19F04-8277-4B53-8873-F08BF13EDB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68488" y="5258753"/>
            <a:ext cx="1533525" cy="1162050"/>
          </a:xfrm>
        </p:spPr>
        <p:txBody>
          <a:bodyPr>
            <a:normAutofit/>
          </a:bodyPr>
          <a:lstStyle>
            <a:lvl1pPr marL="0" indent="-144000">
              <a:buClr>
                <a:schemeClr val="tx2">
                  <a:lumMod val="50000"/>
                  <a:lumOff val="50000"/>
                </a:schemeClr>
              </a:buClr>
              <a:buFont typeface="Wingdings" panose="05000000000000000000" pitchFamily="2" charset="2"/>
              <a:buChar char="§"/>
              <a:defRPr sz="1000" b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상세 내용</a:t>
            </a:r>
            <a:r>
              <a:rPr lang="en-US" altLang="ko-KR" dirty="0"/>
              <a:t>1</a:t>
            </a:r>
          </a:p>
          <a:p>
            <a:pPr lvl="0"/>
            <a:r>
              <a:rPr lang="ko-KR" altLang="en-US" dirty="0"/>
              <a:t>상세 내용 </a:t>
            </a:r>
            <a:r>
              <a:rPr lang="en-US" altLang="ko-KR" dirty="0"/>
              <a:t>2</a:t>
            </a:r>
          </a:p>
          <a:p>
            <a:pPr lvl="0"/>
            <a:r>
              <a:rPr lang="ko-KR" altLang="en-US" dirty="0"/>
              <a:t>상세 내용 </a:t>
            </a:r>
            <a:r>
              <a:rPr lang="en-US" altLang="ko-KR" dirty="0"/>
              <a:t>3</a:t>
            </a:r>
          </a:p>
          <a:p>
            <a:pPr lvl="0"/>
            <a:r>
              <a:rPr lang="ko-KR" altLang="en-US" dirty="0"/>
              <a:t>상세 내용 </a:t>
            </a:r>
            <a:r>
              <a:rPr lang="en-US" altLang="ko-KR" dirty="0"/>
              <a:t>4</a:t>
            </a:r>
            <a:r>
              <a:rPr lang="ko-KR" altLang="en-US" dirty="0"/>
              <a:t> </a:t>
            </a:r>
          </a:p>
        </p:txBody>
      </p:sp>
      <p:sp>
        <p:nvSpPr>
          <p:cNvPr id="51" name="텍스트 개체 틀 42">
            <a:extLst>
              <a:ext uri="{FF2B5EF4-FFF2-40B4-BE49-F238E27FC236}">
                <a16:creationId xmlns:a16="http://schemas.microsoft.com/office/drawing/2014/main" id="{BE927D89-2A88-4B8F-A744-8887941CDD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23527" y="4965695"/>
            <a:ext cx="1532067" cy="223089"/>
          </a:xfrm>
        </p:spPr>
        <p:txBody>
          <a:bodyPr>
            <a:noAutofit/>
          </a:bodyPr>
          <a:lstStyle>
            <a:lvl1pPr marL="0" indent="0" algn="ctr">
              <a:buNone/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타이틀을 넣으세요</a:t>
            </a:r>
          </a:p>
        </p:txBody>
      </p:sp>
      <p:sp>
        <p:nvSpPr>
          <p:cNvPr id="52" name="텍스트 개체 틀 49">
            <a:extLst>
              <a:ext uri="{FF2B5EF4-FFF2-40B4-BE49-F238E27FC236}">
                <a16:creationId xmlns:a16="http://schemas.microsoft.com/office/drawing/2014/main" id="{F5FEB0EC-56F0-4CE4-BFE1-533637CC0E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22799" y="5258753"/>
            <a:ext cx="1533525" cy="1162050"/>
          </a:xfrm>
        </p:spPr>
        <p:txBody>
          <a:bodyPr>
            <a:normAutofit/>
          </a:bodyPr>
          <a:lstStyle>
            <a:lvl1pPr marL="0" indent="-144000">
              <a:buClr>
                <a:schemeClr val="tx2">
                  <a:lumMod val="50000"/>
                  <a:lumOff val="50000"/>
                </a:schemeClr>
              </a:buClr>
              <a:buFont typeface="Wingdings" panose="05000000000000000000" pitchFamily="2" charset="2"/>
              <a:buChar char="§"/>
              <a:defRPr sz="1000" b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상세 내용</a:t>
            </a:r>
            <a:r>
              <a:rPr lang="en-US" altLang="ko-KR" dirty="0"/>
              <a:t>1</a:t>
            </a:r>
          </a:p>
          <a:p>
            <a:pPr lvl="0"/>
            <a:r>
              <a:rPr lang="ko-KR" altLang="en-US" dirty="0"/>
              <a:t>상세 내용 </a:t>
            </a:r>
            <a:r>
              <a:rPr lang="en-US" altLang="ko-KR" dirty="0"/>
              <a:t>2</a:t>
            </a:r>
          </a:p>
          <a:p>
            <a:pPr lvl="0"/>
            <a:r>
              <a:rPr lang="ko-KR" altLang="en-US" dirty="0"/>
              <a:t>상세 내용 </a:t>
            </a:r>
            <a:r>
              <a:rPr lang="en-US" altLang="ko-KR" dirty="0"/>
              <a:t>3</a:t>
            </a:r>
          </a:p>
          <a:p>
            <a:pPr lvl="0"/>
            <a:r>
              <a:rPr lang="ko-KR" altLang="en-US" dirty="0"/>
              <a:t>상세 내용 </a:t>
            </a:r>
            <a:r>
              <a:rPr lang="en-US" altLang="ko-KR" dirty="0"/>
              <a:t>4</a:t>
            </a:r>
            <a:r>
              <a:rPr lang="ko-KR" altLang="en-US" dirty="0"/>
              <a:t> </a:t>
            </a:r>
          </a:p>
        </p:txBody>
      </p: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7227A4AA-A537-4702-B59F-6EC7B2AAF961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53230" y="4190240"/>
            <a:ext cx="1026257" cy="773127"/>
          </a:xfrm>
          <a:prstGeom prst="bentConnector3">
            <a:avLst>
              <a:gd name="adj1" fmla="val 99500"/>
            </a:avLst>
          </a:prstGeom>
          <a:ln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FCF2E62-D6B8-4C50-9F57-615B1D0D7A5E}"/>
              </a:ext>
            </a:extLst>
          </p:cNvPr>
          <p:cNvSpPr txBox="1"/>
          <p:nvPr userDrawn="1"/>
        </p:nvSpPr>
        <p:spPr>
          <a:xfrm>
            <a:off x="6407076" y="4694759"/>
            <a:ext cx="1291692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accent2"/>
                </a:solidFill>
              </a:rPr>
              <a:t>과정 설명 글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E767B72-0B70-47E4-B69C-530327BA327E}"/>
              </a:ext>
            </a:extLst>
          </p:cNvPr>
          <p:cNvSpPr/>
          <p:nvPr userDrawn="1"/>
        </p:nvSpPr>
        <p:spPr>
          <a:xfrm>
            <a:off x="4863777" y="0"/>
            <a:ext cx="5042223" cy="86978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kumimoji="1" lang="ko-KR" altLang="en-US" sz="1600" b="1" dirty="0"/>
              <a:t>본 마스터는 테이블 </a:t>
            </a:r>
            <a:r>
              <a:rPr kumimoji="1" lang="ko-KR" altLang="en-US" sz="1600" b="1" dirty="0" err="1"/>
              <a:t>복사용으로</a:t>
            </a:r>
            <a:r>
              <a:rPr kumimoji="1" lang="ko-KR" altLang="en-US" sz="1600" b="1" dirty="0"/>
              <a:t> 만들어져</a:t>
            </a:r>
            <a:r>
              <a:rPr kumimoji="1" lang="en-US" altLang="ko-KR" sz="1600" b="1" dirty="0"/>
              <a:t>,</a:t>
            </a:r>
          </a:p>
          <a:p>
            <a:pPr algn="l">
              <a:lnSpc>
                <a:spcPct val="150000"/>
              </a:lnSpc>
            </a:pPr>
            <a:r>
              <a:rPr kumimoji="1" lang="ko-KR" altLang="en-US" sz="1600" b="1" dirty="0"/>
              <a:t>앞장에 테이블을 복사해 함께 사용해 주세요</a:t>
            </a:r>
            <a:r>
              <a:rPr kumimoji="1" lang="en-US" altLang="ko-KR" sz="1600" b="1" dirty="0"/>
              <a:t>.</a:t>
            </a:r>
            <a:endParaRPr kumimoji="1" lang="ko-Kore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700593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2" Type="http://schemas.openxmlformats.org/officeDocument/2006/relationships/slideLayout" Target="../slideLayouts/slideLayout8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5.svg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image" Target="../media/image5.sv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23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0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9C88F5D-B949-5A47-9CA7-A9FB7AA35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7" y="365125"/>
            <a:ext cx="9001125" cy="37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5FC2E2-F12D-6244-B65B-A16BBC2C1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2437" y="829582"/>
            <a:ext cx="9001125" cy="5615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 편집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  <a:endParaRPr kumimoji="1" lang="ko-Kore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F4F37B3-0B49-0044-8049-61FB6EF29A0E}"/>
              </a:ext>
            </a:extLst>
          </p:cNvPr>
          <p:cNvSpPr/>
          <p:nvPr userDrawn="1"/>
        </p:nvSpPr>
        <p:spPr>
          <a:xfrm>
            <a:off x="-1350684" y="984629"/>
            <a:ext cx="1047943" cy="45102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#FFA600</a:t>
            </a:r>
            <a:endParaRPr lang="ko-KR" altLang="en-US" sz="10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38DD9CB-2F76-BD40-99BB-CC62C013D176}"/>
              </a:ext>
            </a:extLst>
          </p:cNvPr>
          <p:cNvSpPr/>
          <p:nvPr userDrawn="1"/>
        </p:nvSpPr>
        <p:spPr>
          <a:xfrm>
            <a:off x="-1353065" y="1594295"/>
            <a:ext cx="1047943" cy="451021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#2B2B2B</a:t>
            </a:r>
            <a:endParaRPr lang="ko-KR" altLang="en-US" sz="10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2EF355-BA99-F344-B322-08E446664C1C}"/>
              </a:ext>
            </a:extLst>
          </p:cNvPr>
          <p:cNvSpPr/>
          <p:nvPr userDrawn="1"/>
        </p:nvSpPr>
        <p:spPr>
          <a:xfrm>
            <a:off x="-1353065" y="2203961"/>
            <a:ext cx="1047943" cy="45102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#0426FB</a:t>
            </a:r>
            <a:endParaRPr lang="ko-KR" altLang="en-US" sz="10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1A872E2-ACEB-EC4B-84B7-5E4A07445B53}"/>
              </a:ext>
            </a:extLst>
          </p:cNvPr>
          <p:cNvSpPr/>
          <p:nvPr userDrawn="1"/>
        </p:nvSpPr>
        <p:spPr>
          <a:xfrm>
            <a:off x="-1350684" y="2767914"/>
            <a:ext cx="1047943" cy="45102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#0F0F0F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566275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810" r:id="rId5"/>
    <p:sldLayoutId id="2147483809" r:id="rId6"/>
  </p:sldLayoutIdLst>
  <p:hf hdr="0" dt="0"/>
  <p:txStyles>
    <p:titleStyle>
      <a:lvl1pPr marL="360000" indent="-252000" algn="l" defTabSz="914400" rtl="0" eaLnBrk="1" latinLnBrk="0" hangingPunct="1">
        <a:lnSpc>
          <a:spcPct val="100000"/>
        </a:lnSpc>
        <a:spcBef>
          <a:spcPct val="0"/>
        </a:spcBef>
        <a:buFontTx/>
        <a:buBlip>
          <a:blip r:embed="rId8"/>
        </a:buBlip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000" indent="252000" algn="l" defTabSz="914400" rtl="0" eaLnBrk="1" latinLnBrk="0" hangingPunct="1">
        <a:lnSpc>
          <a:spcPct val="100000"/>
        </a:lnSpc>
        <a:spcBef>
          <a:spcPts val="1000"/>
        </a:spcBef>
        <a:buFont typeface="Wingdings" pitchFamily="2" charset="2"/>
        <a:buChar char="v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216000" algn="l" defTabSz="914400" rtl="0" eaLnBrk="1" latinLnBrk="0" hangingPunct="1">
        <a:lnSpc>
          <a:spcPct val="100000"/>
        </a:lnSpc>
        <a:spcBef>
          <a:spcPts val="500"/>
        </a:spcBef>
        <a:buFont typeface="시스템 서체 일반체"/>
        <a:buChar char="◆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76000" indent="144000" algn="l" defTabSz="914400" rtl="0" eaLnBrk="1" latinLnBrk="0" hangingPunct="1">
        <a:lnSpc>
          <a:spcPct val="100000"/>
        </a:lnSpc>
        <a:spcBef>
          <a:spcPts val="500"/>
        </a:spcBef>
        <a:buSzPct val="120000"/>
        <a:buFont typeface="Wingdings" pitchFamily="2" charset="2"/>
        <a:buChar char="§"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126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64000" indent="108000" algn="l" defTabSz="914400" rtl="0" eaLnBrk="1" latinLnBrk="0" hangingPunct="1">
        <a:lnSpc>
          <a:spcPct val="100000"/>
        </a:lnSpc>
        <a:spcBef>
          <a:spcPts val="500"/>
        </a:spcBef>
        <a:buFont typeface="시스템 서체 일반체"/>
        <a:buChar char="‑"/>
        <a:defRPr sz="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65" userDrawn="1">
          <p15:clr>
            <a:srgbClr val="F26B43"/>
          </p15:clr>
        </p15:guide>
        <p15:guide id="2" pos="5955" userDrawn="1">
          <p15:clr>
            <a:srgbClr val="F26B43"/>
          </p15:clr>
        </p15:guide>
        <p15:guide id="3" pos="28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9C88F5D-B949-5A47-9CA7-A9FB7AA35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8" y="337693"/>
            <a:ext cx="9648824" cy="37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5FC2E2-F12D-6244-B65B-A16BBC2C1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587" y="829582"/>
            <a:ext cx="9648825" cy="5615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 편집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  <a:endParaRPr kumimoji="1" lang="ko-Kore-KR" altLang="en-US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9A3AA39-F608-F141-9326-6292EC2F937C}"/>
              </a:ext>
            </a:extLst>
          </p:cNvPr>
          <p:cNvCxnSpPr>
            <a:cxnSpLocks/>
          </p:cNvCxnSpPr>
          <p:nvPr userDrawn="1"/>
        </p:nvCxnSpPr>
        <p:spPr>
          <a:xfrm>
            <a:off x="128588" y="6445250"/>
            <a:ext cx="9669393" cy="2679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슬라이드 번호 개체 틀 3">
            <a:extLst>
              <a:ext uri="{FF2B5EF4-FFF2-40B4-BE49-F238E27FC236}">
                <a16:creationId xmlns:a16="http://schemas.microsoft.com/office/drawing/2014/main" id="{B606834F-7B27-134B-B0F7-32AAE5266A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48340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1BA2234-F1F2-7149-9D06-AE96DE3A80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48340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21FE822B-3F04-3746-A909-878AC8D77DE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47054" y="6515508"/>
            <a:ext cx="499244" cy="13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783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71" r:id="rId2"/>
    <p:sldLayoutId id="2147483772" r:id="rId3"/>
    <p:sldLayoutId id="2147483748" r:id="rId4"/>
    <p:sldLayoutId id="2147483749" r:id="rId5"/>
    <p:sldLayoutId id="2147483773" r:id="rId6"/>
    <p:sldLayoutId id="2147483751" r:id="rId7"/>
    <p:sldLayoutId id="2147483811" r:id="rId8"/>
    <p:sldLayoutId id="2147483753" r:id="rId9"/>
    <p:sldLayoutId id="2147483752" r:id="rId10"/>
    <p:sldLayoutId id="2147483779" r:id="rId11"/>
    <p:sldLayoutId id="2147483755" r:id="rId12"/>
  </p:sldLayoutIdLst>
  <p:hf hdr="0" dt="0"/>
  <p:txStyles>
    <p:titleStyle>
      <a:lvl1pPr marL="360000" indent="-252000" algn="l" defTabSz="914400" rtl="0" eaLnBrk="1" latinLnBrk="0" hangingPunct="1">
        <a:lnSpc>
          <a:spcPct val="100000"/>
        </a:lnSpc>
        <a:spcBef>
          <a:spcPct val="0"/>
        </a:spcBef>
        <a:buFontTx/>
        <a:buBlip>
          <a:blip r:embed="rId16"/>
        </a:buBlip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000" indent="252000" algn="l" defTabSz="914400" rtl="0" eaLnBrk="1" latinLnBrk="0" hangingPunct="1">
        <a:lnSpc>
          <a:spcPct val="100000"/>
        </a:lnSpc>
        <a:spcBef>
          <a:spcPts val="1000"/>
        </a:spcBef>
        <a:buFont typeface="Wingdings" pitchFamily="2" charset="2"/>
        <a:buChar char="v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216000" algn="l" defTabSz="914400" rtl="0" eaLnBrk="1" latinLnBrk="0" hangingPunct="1">
        <a:lnSpc>
          <a:spcPct val="100000"/>
        </a:lnSpc>
        <a:spcBef>
          <a:spcPts val="500"/>
        </a:spcBef>
        <a:buFont typeface="시스템 서체 일반체"/>
        <a:buChar char="◆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76000" indent="144000" algn="l" defTabSz="914400" rtl="0" eaLnBrk="1" latinLnBrk="0" hangingPunct="1">
        <a:lnSpc>
          <a:spcPct val="100000"/>
        </a:lnSpc>
        <a:spcBef>
          <a:spcPts val="500"/>
        </a:spcBef>
        <a:buSzPct val="120000"/>
        <a:buFont typeface="Wingdings" pitchFamily="2" charset="2"/>
        <a:buChar char="§"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126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64000" indent="108000" algn="l" defTabSz="914400" rtl="0" eaLnBrk="1" latinLnBrk="0" hangingPunct="1">
        <a:lnSpc>
          <a:spcPct val="100000"/>
        </a:lnSpc>
        <a:spcBef>
          <a:spcPts val="500"/>
        </a:spcBef>
        <a:buFont typeface="시스템 서체 일반체"/>
        <a:buChar char="‑"/>
        <a:defRPr sz="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65" userDrawn="1">
          <p15:clr>
            <a:srgbClr val="F26B43"/>
          </p15:clr>
        </p15:guide>
        <p15:guide id="2" pos="6160" userDrawn="1">
          <p15:clr>
            <a:srgbClr val="F26B43"/>
          </p15:clr>
        </p15:guide>
        <p15:guide id="3" pos="81" userDrawn="1">
          <p15:clr>
            <a:srgbClr val="F26B43"/>
          </p15:clr>
        </p15:guide>
        <p15:guide id="4" orient="horz" pos="21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9C88F5D-B949-5A47-9CA7-A9FB7AA35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8" y="337693"/>
            <a:ext cx="9648824" cy="37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5FC2E2-F12D-6244-B65B-A16BBC2C1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587" y="829583"/>
            <a:ext cx="9648825" cy="534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 편집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  <a:endParaRPr kumimoji="1" lang="ko-Kore-KR" altLang="en-US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9A3AA39-F608-F141-9326-6292EC2F937C}"/>
              </a:ext>
            </a:extLst>
          </p:cNvPr>
          <p:cNvCxnSpPr>
            <a:cxnSpLocks/>
          </p:cNvCxnSpPr>
          <p:nvPr userDrawn="1"/>
        </p:nvCxnSpPr>
        <p:spPr>
          <a:xfrm>
            <a:off x="128588" y="6445250"/>
            <a:ext cx="9669393" cy="2679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슬라이드 번호 개체 틀 3">
            <a:extLst>
              <a:ext uri="{FF2B5EF4-FFF2-40B4-BE49-F238E27FC236}">
                <a16:creationId xmlns:a16="http://schemas.microsoft.com/office/drawing/2014/main" id="{B606834F-7B27-134B-B0F7-32AAE5266A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55451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1BA2234-F1F2-7149-9D06-AE96DE3A80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55451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21FE822B-3F04-3746-A909-878AC8D77DE1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7054" y="6515508"/>
            <a:ext cx="499244" cy="13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167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</p:sldLayoutIdLst>
  <p:hf hdr="0" dt="0"/>
  <p:txStyles>
    <p:titleStyle>
      <a:lvl1pPr marL="360000" indent="-252000" algn="l" defTabSz="914400" rtl="0" eaLnBrk="1" latinLnBrk="0" hangingPunct="1">
        <a:lnSpc>
          <a:spcPct val="100000"/>
        </a:lnSpc>
        <a:spcBef>
          <a:spcPct val="0"/>
        </a:spcBef>
        <a:buFontTx/>
        <a:buBlip>
          <a:blip r:embed="rId13"/>
        </a:buBlip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000" indent="252000" algn="l" defTabSz="914400" rtl="0" eaLnBrk="1" latinLnBrk="0" hangingPunct="1">
        <a:lnSpc>
          <a:spcPct val="100000"/>
        </a:lnSpc>
        <a:spcBef>
          <a:spcPts val="1000"/>
        </a:spcBef>
        <a:buFont typeface="Wingdings" pitchFamily="2" charset="2"/>
        <a:buChar char="v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216000" algn="l" defTabSz="914400" rtl="0" eaLnBrk="1" latinLnBrk="0" hangingPunct="1">
        <a:lnSpc>
          <a:spcPct val="100000"/>
        </a:lnSpc>
        <a:spcBef>
          <a:spcPts val="500"/>
        </a:spcBef>
        <a:buFont typeface="시스템 서체 일반체"/>
        <a:buChar char="◆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76000" indent="144000" algn="l" defTabSz="914400" rtl="0" eaLnBrk="1" latinLnBrk="0" hangingPunct="1">
        <a:lnSpc>
          <a:spcPct val="100000"/>
        </a:lnSpc>
        <a:spcBef>
          <a:spcPts val="500"/>
        </a:spcBef>
        <a:buSzPct val="120000"/>
        <a:buFont typeface="Wingdings" pitchFamily="2" charset="2"/>
        <a:buChar char="§"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126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64000" indent="108000" algn="l" defTabSz="914400" rtl="0" eaLnBrk="1" latinLnBrk="0" hangingPunct="1">
        <a:lnSpc>
          <a:spcPct val="100000"/>
        </a:lnSpc>
        <a:spcBef>
          <a:spcPts val="500"/>
        </a:spcBef>
        <a:buFont typeface="시스템 서체 일반체"/>
        <a:buChar char="‑"/>
        <a:defRPr sz="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60">
          <p15:clr>
            <a:srgbClr val="F26B43"/>
          </p15:clr>
        </p15:guide>
        <p15:guide id="3" pos="8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9C88F5D-B949-5A47-9CA7-A9FB7AA35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8" y="337693"/>
            <a:ext cx="9648824" cy="37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5FC2E2-F12D-6244-B65B-A16BBC2C1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587" y="829583"/>
            <a:ext cx="9648825" cy="534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 편집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  <a:endParaRPr kumimoji="1" lang="ko-Kore-KR" altLang="en-US" dirty="0"/>
          </a:p>
        </p:txBody>
      </p:sp>
      <p:sp>
        <p:nvSpPr>
          <p:cNvPr id="13" name="슬라이드 번호 개체 틀 3">
            <a:extLst>
              <a:ext uri="{FF2B5EF4-FFF2-40B4-BE49-F238E27FC236}">
                <a16:creationId xmlns:a16="http://schemas.microsoft.com/office/drawing/2014/main" id="{B606834F-7B27-134B-B0F7-32AAE5266A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8635" y="6455451"/>
            <a:ext cx="788777" cy="175094"/>
          </a:xfrm>
          <a:prstGeom prst="rect">
            <a:avLst/>
          </a:prstGeom>
        </p:spPr>
        <p:txBody>
          <a:bodyPr/>
          <a:lstStyle>
            <a:lvl1pPr algn="r"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E9A352-7F1A-447C-94EF-6E1B1E6F2D5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1BA2234-F1F2-7149-9D06-AE96DE3A80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455451"/>
            <a:ext cx="3343275" cy="193354"/>
          </a:xfrm>
          <a:prstGeom prst="rect">
            <a:avLst/>
          </a:prstGeom>
        </p:spPr>
        <p:txBody>
          <a:bodyPr/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상세화면정의서 </a:t>
            </a:r>
            <a:r>
              <a:rPr lang="en-US" altLang="ko-KR" dirty="0"/>
              <a:t>/ </a:t>
            </a:r>
            <a:r>
              <a:rPr lang="ko-KR" altLang="en-US" dirty="0" err="1"/>
              <a:t>시스템명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사업명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2900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7" r:id="rId2"/>
    <p:sldLayoutId id="2147483822" r:id="rId3"/>
    <p:sldLayoutId id="2147483825" r:id="rId4"/>
    <p:sldLayoutId id="2147483828" r:id="rId5"/>
    <p:sldLayoutId id="2147483826" r:id="rId6"/>
  </p:sldLayoutIdLst>
  <p:hf hdr="0" dt="0"/>
  <p:txStyles>
    <p:titleStyle>
      <a:lvl1pPr marL="360000" indent="-252000" algn="l" defTabSz="914400" rtl="0" eaLnBrk="1" latinLnBrk="0" hangingPunct="1">
        <a:lnSpc>
          <a:spcPct val="100000"/>
        </a:lnSpc>
        <a:spcBef>
          <a:spcPct val="0"/>
        </a:spcBef>
        <a:buFontTx/>
        <a:buBlip>
          <a:blip r:embed="rId8"/>
        </a:buBlip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000" indent="252000" algn="l" defTabSz="914400" rtl="0" eaLnBrk="1" latinLnBrk="0" hangingPunct="1">
        <a:lnSpc>
          <a:spcPct val="100000"/>
        </a:lnSpc>
        <a:spcBef>
          <a:spcPts val="1000"/>
        </a:spcBef>
        <a:buFont typeface="Wingdings" pitchFamily="2" charset="2"/>
        <a:buChar char="v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216000" algn="l" defTabSz="914400" rtl="0" eaLnBrk="1" latinLnBrk="0" hangingPunct="1">
        <a:lnSpc>
          <a:spcPct val="100000"/>
        </a:lnSpc>
        <a:spcBef>
          <a:spcPts val="500"/>
        </a:spcBef>
        <a:buFont typeface="시스템 서체 일반체"/>
        <a:buChar char="◆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76000" indent="144000" algn="l" defTabSz="914400" rtl="0" eaLnBrk="1" latinLnBrk="0" hangingPunct="1">
        <a:lnSpc>
          <a:spcPct val="100000"/>
        </a:lnSpc>
        <a:spcBef>
          <a:spcPts val="500"/>
        </a:spcBef>
        <a:buSzPct val="120000"/>
        <a:buFont typeface="Wingdings" pitchFamily="2" charset="2"/>
        <a:buChar char="§"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126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64000" indent="108000" algn="l" defTabSz="914400" rtl="0" eaLnBrk="1" latinLnBrk="0" hangingPunct="1">
        <a:lnSpc>
          <a:spcPct val="100000"/>
        </a:lnSpc>
        <a:spcBef>
          <a:spcPts val="500"/>
        </a:spcBef>
        <a:buFont typeface="시스템 서체 일반체"/>
        <a:buChar char="‑"/>
        <a:defRPr sz="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60">
          <p15:clr>
            <a:srgbClr val="F26B43"/>
          </p15:clr>
        </p15:guide>
        <p15:guide id="3" pos="8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9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F15C27-A2B2-4446-99A1-A1DE7CD301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 조회 페이지 그리드 개선안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FEA98D6-6B22-4511-8547-818EF0A92F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2955" y="3602038"/>
            <a:ext cx="9000000" cy="713016"/>
          </a:xfrm>
        </p:spPr>
        <p:txBody>
          <a:bodyPr/>
          <a:lstStyle/>
          <a:p>
            <a:r>
              <a:rPr lang="ko-KR" altLang="en-US" dirty="0"/>
              <a:t>산림복지프로그램 운영관리 시스템</a:t>
            </a:r>
          </a:p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F3F9FF-201A-49A8-B0C7-1BFF59ED8D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산림복지프로그램 운영관리 시스템 구축사업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1872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F9EA84D-0A0B-475C-AA98-1CC39EAB96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3ED27A-3A45-48A9-894A-F337937CB7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/>
              <a:t>페이지 상세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10A8BB-7B46-411E-AE45-DE375867B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0E9A352-7F1A-447C-94EF-6E1B1E6F2D57}" type="slidenum">
              <a:rPr lang="en-US" altLang="ko-KR" smtClean="0"/>
              <a:pPr/>
              <a:t>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92E870-2DD4-40A4-8E8C-A030AE0348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5556" y="6448340"/>
            <a:ext cx="4894889" cy="193354"/>
          </a:xfrm>
        </p:spPr>
        <p:txBody>
          <a:bodyPr/>
          <a:lstStyle/>
          <a:p>
            <a:r>
              <a:rPr lang="ko-KR" altLang="en-US" dirty="0"/>
              <a:t>조회 페이지 그리드 개선안 </a:t>
            </a:r>
            <a:r>
              <a:rPr lang="en-US" altLang="ko-KR" dirty="0"/>
              <a:t>/ </a:t>
            </a:r>
            <a:r>
              <a:rPr lang="ko-KR" altLang="en-US" dirty="0"/>
              <a:t>산림복지프로그램 운영관리 시스템 </a:t>
            </a:r>
            <a:r>
              <a:rPr lang="en-US" altLang="ko-KR" dirty="0"/>
              <a:t>/ </a:t>
            </a:r>
            <a:r>
              <a:rPr lang="ko-KR" altLang="en-US" dirty="0"/>
              <a:t>산림복지프로그램 운영관리 시스템 구축사업 </a:t>
            </a:r>
          </a:p>
        </p:txBody>
      </p:sp>
    </p:spTree>
    <p:extLst>
      <p:ext uri="{BB962C8B-B14F-4D97-AF65-F5344CB8AC3E}">
        <p14:creationId xmlns:p14="http://schemas.microsoft.com/office/powerpoint/2010/main" val="3999194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A9EFD23-84EF-4BB8-A899-725F385ECC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8FCC2A-8DAF-4189-BD7A-64D310E418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B9A8E36-1A5F-42C2-8A3A-3B2D97E8F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페이지 상세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8F5778-827F-4A6D-901B-0D38CBC98F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기존 페이지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A7B24D-EF27-4264-B9B3-7C84B1C9FE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5556" y="6455451"/>
            <a:ext cx="4894889" cy="193354"/>
          </a:xfrm>
        </p:spPr>
        <p:txBody>
          <a:bodyPr/>
          <a:lstStyle/>
          <a:p>
            <a:r>
              <a:rPr lang="ko-KR" altLang="en-US" dirty="0"/>
              <a:t>조회 페이지 그리드 개선안 </a:t>
            </a:r>
            <a:r>
              <a:rPr lang="en-US" altLang="ko-KR" dirty="0"/>
              <a:t>/ </a:t>
            </a:r>
            <a:r>
              <a:rPr lang="ko-KR" altLang="en-US" dirty="0"/>
              <a:t>산림복지프로그램 운영관리 시스템 </a:t>
            </a:r>
            <a:r>
              <a:rPr lang="en-US" altLang="ko-KR" dirty="0"/>
              <a:t>/ </a:t>
            </a:r>
            <a:r>
              <a:rPr lang="ko-KR" altLang="en-US" dirty="0"/>
              <a:t>산림복지프로그램 운영관리 시스템 구축사업 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C63C1A-DF6B-4626-B021-970473738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0E9A352-7F1A-447C-94EF-6E1B1E6F2D57}" type="slidenum">
              <a:rPr lang="en-US" altLang="ko-KR" smtClean="0"/>
              <a:pPr/>
              <a:t>3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B602158-5421-4711-9DE7-97FC1CAEE1B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365" y="1656062"/>
            <a:ext cx="6753600" cy="35496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CFFBD79F-6C44-4060-9081-722BF27AD6EB}"/>
              </a:ext>
            </a:extLst>
          </p:cNvPr>
          <p:cNvGrpSpPr/>
          <p:nvPr/>
        </p:nvGrpSpPr>
        <p:grpSpPr>
          <a:xfrm>
            <a:off x="7204544" y="1663682"/>
            <a:ext cx="2572868" cy="1708166"/>
            <a:chOff x="7204544" y="1663682"/>
            <a:chExt cx="2572868" cy="1708166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288984B-0F68-4354-A8B1-A8144A94EFB0}"/>
                </a:ext>
              </a:extLst>
            </p:cNvPr>
            <p:cNvSpPr/>
            <p:nvPr/>
          </p:nvSpPr>
          <p:spPr>
            <a:xfrm>
              <a:off x="7204544" y="3149599"/>
              <a:ext cx="2572867" cy="5334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3752766F-7F91-4352-A22A-3D4A8BB4FE75}"/>
                </a:ext>
              </a:extLst>
            </p:cNvPr>
            <p:cNvGrpSpPr/>
            <p:nvPr/>
          </p:nvGrpSpPr>
          <p:grpSpPr>
            <a:xfrm>
              <a:off x="7204545" y="1663682"/>
              <a:ext cx="2572867" cy="1708166"/>
              <a:chOff x="7204545" y="1663683"/>
              <a:chExt cx="2572867" cy="1230602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11A7FED2-9FB4-461B-B914-7111C35ED951}"/>
                  </a:ext>
                </a:extLst>
              </p:cNvPr>
              <p:cNvSpPr/>
              <p:nvPr/>
            </p:nvSpPr>
            <p:spPr>
              <a:xfrm>
                <a:off x="7204545" y="1663683"/>
                <a:ext cx="2572867" cy="107048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텍스트 개체 틀 36">
                <a:extLst>
                  <a:ext uri="{FF2B5EF4-FFF2-40B4-BE49-F238E27FC236}">
                    <a16:creationId xmlns:a16="http://schemas.microsoft.com/office/drawing/2014/main" id="{7161E44C-3625-4FA5-9123-B142EA3BB5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4545" y="1663683"/>
                <a:ext cx="2572867" cy="1230602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 indent="-180000" algn="l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FontTx/>
                  <a:buBlip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</a:buBlip>
                  <a:defRPr sz="1000" b="1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2160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시스템 서체 일반체"/>
                  <a:buChar char="◆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6000" indent="1440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SzPct val="120000"/>
                  <a:buFont typeface="Wingdings" pitchFamily="2" charset="2"/>
                  <a:buChar char="§"/>
                  <a:defRPr sz="1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1260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864000" indent="1080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시스템 서체 일반체"/>
                  <a:buChar char="‑"/>
                  <a:defRPr sz="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dirty="0">
                    <a:solidFill>
                      <a:schemeClr val="tx1"/>
                    </a:solidFill>
                    <a:latin typeface="+mj-ea"/>
                    <a:ea typeface="+mj-ea"/>
                  </a:rPr>
                  <a:t>특징</a:t>
                </a:r>
                <a:br>
                  <a:rPr lang="en-US" altLang="ko-KR" dirty="0">
                    <a:solidFill>
                      <a:schemeClr val="tx1"/>
                    </a:solidFill>
                    <a:latin typeface="+mj-ea"/>
                    <a:ea typeface="+mj-ea"/>
                  </a:rPr>
                </a:br>
                <a:r>
                  <a:rPr lang="en-US" altLang="ko-KR" dirty="0">
                    <a:solidFill>
                      <a:schemeClr val="tx1"/>
                    </a:solidFill>
                    <a:latin typeface="+mj-ea"/>
                    <a:ea typeface="+mj-ea"/>
                  </a:rPr>
                  <a:t>-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+mj-ea"/>
                    <a:ea typeface="+mj-ea"/>
                  </a:rPr>
                  <a:t>테이블 구조</a:t>
                </a:r>
                <a:br>
                  <a:rPr lang="en-US" altLang="ko-KR" sz="900" dirty="0">
                    <a:solidFill>
                      <a:schemeClr val="tx1"/>
                    </a:solidFill>
                    <a:latin typeface="+mj-ea"/>
                    <a:ea typeface="+mj-ea"/>
                  </a:rPr>
                </a:br>
                <a:r>
                  <a:rPr lang="en-US" altLang="ko-KR" sz="900" dirty="0">
                    <a:solidFill>
                      <a:schemeClr val="tx1"/>
                    </a:solidFill>
                    <a:latin typeface="+mj-ea"/>
                    <a:ea typeface="+mj-ea"/>
                  </a:rPr>
                  <a:t>-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+mj-ea"/>
                    <a:ea typeface="+mj-ea"/>
                  </a:rPr>
                  <a:t>테이블 크기 고정</a:t>
                </a:r>
                <a:br>
                  <a:rPr lang="en-US" altLang="ko-KR" sz="900" dirty="0">
                    <a:solidFill>
                      <a:schemeClr val="tx1"/>
                    </a:solidFill>
                    <a:latin typeface="+mj-ea"/>
                    <a:ea typeface="+mj-ea"/>
                  </a:rPr>
                </a:br>
                <a:r>
                  <a:rPr lang="en-US" altLang="ko-KR" sz="900" dirty="0">
                    <a:solidFill>
                      <a:schemeClr val="tx1"/>
                    </a:solidFill>
                    <a:latin typeface="+mj-ea"/>
                    <a:ea typeface="+mj-ea"/>
                  </a:rPr>
                  <a:t>-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+mj-ea"/>
                    <a:ea typeface="+mj-ea"/>
                  </a:rPr>
                  <a:t>셀 크기 고정</a:t>
                </a:r>
                <a:br>
                  <a:rPr lang="en-US" altLang="ko-KR" sz="900" dirty="0">
                    <a:solidFill>
                      <a:schemeClr val="tx1"/>
                    </a:solidFill>
                    <a:latin typeface="+mj-ea"/>
                    <a:ea typeface="+mj-ea"/>
                  </a:rPr>
                </a:br>
                <a:r>
                  <a:rPr lang="en-US" altLang="ko-KR" sz="900" dirty="0">
                    <a:solidFill>
                      <a:schemeClr val="tx1"/>
                    </a:solidFill>
                    <a:latin typeface="+mj-ea"/>
                    <a:ea typeface="+mj-ea"/>
                  </a:rPr>
                  <a:t>-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+mj-ea"/>
                    <a:ea typeface="+mj-ea"/>
                  </a:rPr>
                  <a:t>한 화면 출력</a:t>
                </a:r>
                <a:br>
                  <a:rPr lang="en-US" altLang="ko-KR" sz="900" dirty="0">
                    <a:solidFill>
                      <a:schemeClr val="tx1"/>
                    </a:solidFill>
                    <a:latin typeface="+mj-ea"/>
                    <a:ea typeface="+mj-ea"/>
                  </a:rPr>
                </a:br>
                <a:r>
                  <a:rPr lang="en-US" altLang="ko-KR" sz="900" dirty="0">
                    <a:solidFill>
                      <a:schemeClr val="tx1"/>
                    </a:solidFill>
                    <a:latin typeface="+mj-ea"/>
                    <a:ea typeface="+mj-ea"/>
                  </a:rPr>
                  <a:t>-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+mj-ea"/>
                    <a:ea typeface="+mj-ea"/>
                  </a:rPr>
                  <a:t>내용 선택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+mj-ea"/>
                    <a:ea typeface="+mj-ea"/>
                  </a:rPr>
                  <a:t>(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+mj-ea"/>
                    <a:ea typeface="+mj-ea"/>
                  </a:rPr>
                  <a:t>마우스 드래그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+mj-ea"/>
                    <a:ea typeface="+mj-ea"/>
                  </a:rPr>
                  <a:t>)</a:t>
                </a:r>
              </a:p>
              <a:p>
                <a:endParaRPr lang="ko-KR" altLang="en-US" sz="900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16647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A9EFD23-84EF-4BB8-A899-725F385ECC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3364" y="810948"/>
            <a:ext cx="527710" cy="369332"/>
          </a:xfrm>
        </p:spPr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8FCC2A-8DAF-4189-BD7A-64D310E418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B9A8E36-1A5F-42C2-8A3A-3B2D97E8F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페이지 상세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8F5778-827F-4A6D-901B-0D38CBC98F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개선 페이지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A7B24D-EF27-4264-B9B3-7C84B1C9FE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5556" y="6455451"/>
            <a:ext cx="4894889" cy="193354"/>
          </a:xfrm>
        </p:spPr>
        <p:txBody>
          <a:bodyPr/>
          <a:lstStyle/>
          <a:p>
            <a:r>
              <a:rPr lang="ko-KR" altLang="en-US" dirty="0"/>
              <a:t>조회 페이지 그리드 개선안 </a:t>
            </a:r>
            <a:r>
              <a:rPr lang="en-US" altLang="ko-KR" dirty="0"/>
              <a:t>/ </a:t>
            </a:r>
            <a:r>
              <a:rPr lang="ko-KR" altLang="en-US" dirty="0"/>
              <a:t>산림복지프로그램 운영관리 시스템 </a:t>
            </a:r>
            <a:r>
              <a:rPr lang="en-US" altLang="ko-KR" dirty="0"/>
              <a:t>/ </a:t>
            </a:r>
            <a:r>
              <a:rPr lang="ko-KR" altLang="en-US" dirty="0"/>
              <a:t>산림복지프로그램 운영관리 시스템 구축사업 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C63C1A-DF6B-4626-B021-970473738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0E9A352-7F1A-447C-94EF-6E1B1E6F2D57}" type="slidenum">
              <a:rPr lang="en-US" altLang="ko-KR" smtClean="0"/>
              <a:pPr/>
              <a:t>4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B602158-5421-4711-9DE7-97FC1CAEE1B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21" y="1656063"/>
            <a:ext cx="6753600" cy="354859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337CBC0-EDC8-4D57-B860-7A12196A1A84}"/>
              </a:ext>
            </a:extLst>
          </p:cNvPr>
          <p:cNvSpPr/>
          <p:nvPr/>
        </p:nvSpPr>
        <p:spPr>
          <a:xfrm>
            <a:off x="5559425" y="2317750"/>
            <a:ext cx="320675" cy="73025"/>
          </a:xfrm>
          <a:prstGeom prst="rect">
            <a:avLst/>
          </a:prstGeom>
          <a:solidFill>
            <a:schemeClr val="accent1">
              <a:lumMod val="75000"/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98E039B-2C62-4C07-AFBB-BF99F2DAAE42}"/>
              </a:ext>
            </a:extLst>
          </p:cNvPr>
          <p:cNvGrpSpPr/>
          <p:nvPr/>
        </p:nvGrpSpPr>
        <p:grpSpPr>
          <a:xfrm>
            <a:off x="7204544" y="1663682"/>
            <a:ext cx="2572868" cy="1708166"/>
            <a:chOff x="7204544" y="1663682"/>
            <a:chExt cx="2572868" cy="1708166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80203C16-C02F-4886-9FF3-B9E6D9FB889E}"/>
                </a:ext>
              </a:extLst>
            </p:cNvPr>
            <p:cNvSpPr/>
            <p:nvPr/>
          </p:nvSpPr>
          <p:spPr>
            <a:xfrm>
              <a:off x="7204544" y="3149599"/>
              <a:ext cx="2572867" cy="5334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1B6094E9-9D6E-4B10-B6D0-CE63743FF98C}"/>
                </a:ext>
              </a:extLst>
            </p:cNvPr>
            <p:cNvGrpSpPr/>
            <p:nvPr/>
          </p:nvGrpSpPr>
          <p:grpSpPr>
            <a:xfrm>
              <a:off x="7204545" y="1663682"/>
              <a:ext cx="2572867" cy="1708166"/>
              <a:chOff x="7204545" y="1663683"/>
              <a:chExt cx="2572867" cy="1230602"/>
            </a:xfrm>
          </p:grpSpPr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0396F784-05C0-467E-806F-F0413CEB0E06}"/>
                  </a:ext>
                </a:extLst>
              </p:cNvPr>
              <p:cNvSpPr/>
              <p:nvPr/>
            </p:nvSpPr>
            <p:spPr>
              <a:xfrm>
                <a:off x="7204545" y="1663683"/>
                <a:ext cx="2572867" cy="107048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텍스트 개체 틀 36">
                <a:extLst>
                  <a:ext uri="{FF2B5EF4-FFF2-40B4-BE49-F238E27FC236}">
                    <a16:creationId xmlns:a16="http://schemas.microsoft.com/office/drawing/2014/main" id="{FC1A86CB-C5BF-457F-A328-D46FB01D3E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4545" y="1663683"/>
                <a:ext cx="2572867" cy="1230602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 indent="-180000" algn="l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FontTx/>
                  <a:buBlip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</a:buBlip>
                  <a:defRPr sz="1000" b="1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2160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시스템 서체 일반체"/>
                  <a:buChar char="◆"/>
                  <a:defRPr sz="1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6000" indent="1440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SzPct val="120000"/>
                  <a:buFont typeface="Wingdings" pitchFamily="2" charset="2"/>
                  <a:buChar char="§"/>
                  <a:defRPr sz="1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1260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864000" indent="1080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시스템 서체 일반체"/>
                  <a:buChar char="‑"/>
                  <a:defRPr sz="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dirty="0">
                    <a:solidFill>
                      <a:schemeClr val="tx1"/>
                    </a:solidFill>
                    <a:latin typeface="+mj-ea"/>
                    <a:ea typeface="+mj-ea"/>
                  </a:rPr>
                  <a:t>특징</a:t>
                </a:r>
                <a:br>
                  <a:rPr lang="en-US" altLang="ko-KR" dirty="0">
                    <a:solidFill>
                      <a:schemeClr val="tx1"/>
                    </a:solidFill>
                    <a:latin typeface="+mj-ea"/>
                    <a:ea typeface="+mj-ea"/>
                  </a:rPr>
                </a:br>
                <a:r>
                  <a:rPr lang="en-US" altLang="ko-KR" dirty="0">
                    <a:solidFill>
                      <a:schemeClr val="tx1"/>
                    </a:solidFill>
                    <a:latin typeface="+mj-ea"/>
                    <a:ea typeface="+mj-ea"/>
                  </a:rPr>
                  <a:t>-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+mj-ea"/>
                    <a:ea typeface="+mj-ea"/>
                  </a:rPr>
                  <a:t>엑셀 구조</a:t>
                </a:r>
                <a:br>
                  <a:rPr lang="en-US" altLang="ko-KR" sz="900" dirty="0">
                    <a:solidFill>
                      <a:schemeClr val="tx1"/>
                    </a:solidFill>
                    <a:latin typeface="+mj-ea"/>
                    <a:ea typeface="+mj-ea"/>
                  </a:rPr>
                </a:br>
                <a:r>
                  <a:rPr lang="en-US" altLang="ko-KR" sz="900" dirty="0">
                    <a:solidFill>
                      <a:schemeClr val="tx1"/>
                    </a:solidFill>
                    <a:latin typeface="+mj-ea"/>
                    <a:ea typeface="+mj-ea"/>
                  </a:rPr>
                  <a:t>-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+mj-ea"/>
                    <a:ea typeface="+mj-ea"/>
                  </a:rPr>
                  <a:t>테이블 크기 가변</a:t>
                </a:r>
                <a:br>
                  <a:rPr lang="en-US" altLang="ko-KR" sz="900" dirty="0">
                    <a:solidFill>
                      <a:schemeClr val="tx1"/>
                    </a:solidFill>
                    <a:latin typeface="+mj-ea"/>
                    <a:ea typeface="+mj-ea"/>
                  </a:rPr>
                </a:br>
                <a:r>
                  <a:rPr lang="en-US" altLang="ko-KR" sz="900" dirty="0">
                    <a:solidFill>
                      <a:schemeClr val="tx1"/>
                    </a:solidFill>
                    <a:latin typeface="+mj-ea"/>
                    <a:ea typeface="+mj-ea"/>
                  </a:rPr>
                  <a:t>-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+mj-ea"/>
                    <a:ea typeface="+mj-ea"/>
                  </a:rPr>
                  <a:t>셀 크기 가변</a:t>
                </a:r>
                <a:br>
                  <a:rPr lang="en-US" altLang="ko-KR" sz="900" dirty="0">
                    <a:solidFill>
                      <a:schemeClr val="tx1"/>
                    </a:solidFill>
                    <a:latin typeface="+mj-ea"/>
                    <a:ea typeface="+mj-ea"/>
                  </a:rPr>
                </a:br>
                <a:r>
                  <a:rPr lang="en-US" altLang="ko-KR" sz="900" dirty="0">
                    <a:solidFill>
                      <a:schemeClr val="tx1"/>
                    </a:solidFill>
                    <a:latin typeface="+mj-ea"/>
                    <a:ea typeface="+mj-ea"/>
                  </a:rPr>
                  <a:t>-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+mj-ea"/>
                    <a:ea typeface="+mj-ea"/>
                  </a:rPr>
                  <a:t>자체 스크롤 내장 출력</a:t>
                </a:r>
                <a:br>
                  <a:rPr lang="en-US" altLang="ko-KR" sz="900" dirty="0">
                    <a:solidFill>
                      <a:schemeClr val="tx1"/>
                    </a:solidFill>
                    <a:latin typeface="+mj-ea"/>
                    <a:ea typeface="+mj-ea"/>
                  </a:rPr>
                </a:br>
                <a:r>
                  <a:rPr lang="en-US" altLang="ko-KR" sz="900" dirty="0">
                    <a:solidFill>
                      <a:schemeClr val="tx1"/>
                    </a:solidFill>
                    <a:latin typeface="+mj-ea"/>
                    <a:ea typeface="+mj-ea"/>
                  </a:rPr>
                  <a:t>-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+mj-ea"/>
                    <a:ea typeface="+mj-ea"/>
                  </a:rPr>
                  <a:t>셀 선택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+mj-ea"/>
                    <a:ea typeface="+mj-ea"/>
                  </a:rPr>
                  <a:t>(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+mj-ea"/>
                    <a:ea typeface="+mj-ea"/>
                  </a:rPr>
                  <a:t>마우스 클릭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+mj-ea"/>
                    <a:ea typeface="+mj-ea"/>
                  </a:rPr>
                  <a:t>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91014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F9EA84D-0A0B-475C-AA98-1CC39EAB96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3ED27A-3A45-48A9-894A-F337937CB7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Ax5ui </a:t>
            </a:r>
            <a:r>
              <a:rPr lang="ko-KR" altLang="en-US" dirty="0"/>
              <a:t>라이브러리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10A8BB-7B46-411E-AE45-DE375867B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0E9A352-7F1A-447C-94EF-6E1B1E6F2D57}" type="slidenum">
              <a:rPr lang="en-US" altLang="ko-KR" smtClean="0"/>
              <a:pPr/>
              <a:t>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92E870-2DD4-40A4-8E8C-A030AE0348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5556" y="6448340"/>
            <a:ext cx="4894889" cy="193354"/>
          </a:xfrm>
        </p:spPr>
        <p:txBody>
          <a:bodyPr/>
          <a:lstStyle/>
          <a:p>
            <a:r>
              <a:rPr lang="ko-KR" altLang="en-US" dirty="0"/>
              <a:t>조회 페이지 그리드 개선안 </a:t>
            </a:r>
            <a:r>
              <a:rPr lang="en-US" altLang="ko-KR" dirty="0"/>
              <a:t>/ </a:t>
            </a:r>
            <a:r>
              <a:rPr lang="ko-KR" altLang="en-US" dirty="0"/>
              <a:t>산림복지프로그램 운영관리 시스템 </a:t>
            </a:r>
            <a:r>
              <a:rPr lang="en-US" altLang="ko-KR" dirty="0"/>
              <a:t>/ </a:t>
            </a:r>
            <a:r>
              <a:rPr lang="ko-KR" altLang="en-US" dirty="0"/>
              <a:t>산림복지프로그램 운영관리 시스템 구축사업 </a:t>
            </a:r>
          </a:p>
        </p:txBody>
      </p:sp>
    </p:spTree>
    <p:extLst>
      <p:ext uri="{BB962C8B-B14F-4D97-AF65-F5344CB8AC3E}">
        <p14:creationId xmlns:p14="http://schemas.microsoft.com/office/powerpoint/2010/main" val="3801400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6D87A6-CBC7-46F0-B8ED-C98CE124A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라이브러리 장점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B02B11-941E-406A-81BA-0E32E579EB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Ax5ui </a:t>
            </a:r>
            <a:r>
              <a:rPr lang="ko-KR" altLang="en-US" dirty="0"/>
              <a:t>라이브러리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416710-0AEF-4279-A67F-FC90A90397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E9A352-7F1A-447C-94EF-6E1B1E6F2D57}" type="slidenum">
              <a:rPr lang="en-US" altLang="ko-KR" smtClean="0"/>
              <a:pPr/>
              <a:t>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FA2282-DFE6-452D-9166-ACE6812C0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7239481" y="3486649"/>
            <a:ext cx="4894889" cy="193354"/>
          </a:xfrm>
        </p:spPr>
        <p:txBody>
          <a:bodyPr/>
          <a:lstStyle/>
          <a:p>
            <a:r>
              <a:rPr lang="ko-KR" altLang="en-US" dirty="0"/>
              <a:t>조회 페이지 그리드 개선안 </a:t>
            </a:r>
            <a:r>
              <a:rPr lang="en-US" altLang="ko-KR" dirty="0"/>
              <a:t>/ </a:t>
            </a:r>
            <a:r>
              <a:rPr lang="ko-KR" altLang="en-US" dirty="0"/>
              <a:t>산림복지프로그램 운영관리 시스템 </a:t>
            </a:r>
            <a:r>
              <a:rPr lang="en-US" altLang="ko-KR" dirty="0"/>
              <a:t>/ </a:t>
            </a:r>
            <a:r>
              <a:rPr lang="ko-KR" altLang="en-US" dirty="0"/>
              <a:t>산림복지프로그램 운영관리 시스템 구축사업 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7706523-EE63-4C42-A04B-E728A65A583E}"/>
              </a:ext>
            </a:extLst>
          </p:cNvPr>
          <p:cNvGrpSpPr/>
          <p:nvPr/>
        </p:nvGrpSpPr>
        <p:grpSpPr>
          <a:xfrm>
            <a:off x="584201" y="2872127"/>
            <a:ext cx="1817371" cy="2948940"/>
            <a:chOff x="584201" y="2872127"/>
            <a:chExt cx="1817371" cy="294894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F46FD32-8E43-4A79-94D0-25F440475F9E}"/>
                </a:ext>
              </a:extLst>
            </p:cNvPr>
            <p:cNvSpPr/>
            <p:nvPr/>
          </p:nvSpPr>
          <p:spPr>
            <a:xfrm>
              <a:off x="584201" y="2872127"/>
              <a:ext cx="1817371" cy="2895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1793BC1-0CF9-434F-9E27-8BC3BCB35E8A}"/>
                </a:ext>
              </a:extLst>
            </p:cNvPr>
            <p:cNvSpPr txBox="1"/>
            <p:nvPr/>
          </p:nvSpPr>
          <p:spPr>
            <a:xfrm>
              <a:off x="739140" y="3990927"/>
              <a:ext cx="15316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/>
                <a:t>셀 크기 조절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F91455E-2772-4BE6-8D31-79443AF8ECA8}"/>
                </a:ext>
              </a:extLst>
            </p:cNvPr>
            <p:cNvSpPr txBox="1"/>
            <p:nvPr/>
          </p:nvSpPr>
          <p:spPr>
            <a:xfrm>
              <a:off x="739140" y="4594247"/>
              <a:ext cx="1463040" cy="896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900" dirty="0"/>
                <a:t>마우스 드래그를 통해</a:t>
              </a:r>
              <a:endParaRPr lang="en-US" altLang="ko-KR" sz="900" dirty="0"/>
            </a:p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900" dirty="0"/>
                <a:t>사용자가 원하는 높이</a:t>
              </a:r>
              <a:r>
                <a:rPr lang="en-US" altLang="ko-KR" sz="900" dirty="0"/>
                <a:t>/</a:t>
              </a:r>
              <a:r>
                <a:rPr lang="ko-KR" altLang="en-US" sz="900" dirty="0"/>
                <a:t>너비로 간편하게 조절 가능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0E789FF-975F-4880-A2CB-849E21F4ECB0}"/>
                </a:ext>
              </a:extLst>
            </p:cNvPr>
            <p:cNvSpPr/>
            <p:nvPr/>
          </p:nvSpPr>
          <p:spPr>
            <a:xfrm>
              <a:off x="584201" y="5767727"/>
              <a:ext cx="1817371" cy="5334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그래픽 21" descr="홈">
              <a:extLst>
                <a:ext uri="{FF2B5EF4-FFF2-40B4-BE49-F238E27FC236}">
                  <a16:creationId xmlns:a16="http://schemas.microsoft.com/office/drawing/2014/main" id="{D02B71D4-0378-4C61-BBEE-17408F0470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47750" y="3009436"/>
              <a:ext cx="914400" cy="914400"/>
            </a:xfrm>
            <a:prstGeom prst="rect">
              <a:avLst/>
            </a:prstGeom>
          </p:spPr>
        </p:pic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E99F701-0515-4111-9D86-EDA399629FFE}"/>
              </a:ext>
            </a:extLst>
          </p:cNvPr>
          <p:cNvGrpSpPr/>
          <p:nvPr/>
        </p:nvGrpSpPr>
        <p:grpSpPr>
          <a:xfrm>
            <a:off x="3966845" y="2872127"/>
            <a:ext cx="1817371" cy="2948940"/>
            <a:chOff x="2849563" y="2872127"/>
            <a:chExt cx="1817371" cy="294894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C7814C8-3703-40E3-B608-23A23C179DA8}"/>
                </a:ext>
              </a:extLst>
            </p:cNvPr>
            <p:cNvSpPr/>
            <p:nvPr/>
          </p:nvSpPr>
          <p:spPr>
            <a:xfrm>
              <a:off x="2849563" y="2872127"/>
              <a:ext cx="1817371" cy="2895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A5DDFAA-B3B5-4253-8C95-489D7AC71F00}"/>
                </a:ext>
              </a:extLst>
            </p:cNvPr>
            <p:cNvSpPr txBox="1"/>
            <p:nvPr/>
          </p:nvSpPr>
          <p:spPr>
            <a:xfrm>
              <a:off x="2992438" y="3990927"/>
              <a:ext cx="15316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/>
                <a:t>개체 선택 용이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531A3D3-5BE8-4665-847A-6904E1EC5698}"/>
                </a:ext>
              </a:extLst>
            </p:cNvPr>
            <p:cNvSpPr txBox="1"/>
            <p:nvPr/>
          </p:nvSpPr>
          <p:spPr>
            <a:xfrm>
              <a:off x="2992438" y="4594247"/>
              <a:ext cx="1463040" cy="896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900" dirty="0"/>
                <a:t>기존 테이블 구조의 마우스 드래그 방식과 달리 원클릭으로 </a:t>
              </a:r>
              <a:endParaRPr lang="en-US" altLang="ko-KR" sz="900" dirty="0"/>
            </a:p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900" dirty="0"/>
                <a:t>셀 내용 전체 선택 가능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2326DB9F-24EF-4067-BC8E-8E4BE9DF5AA8}"/>
                </a:ext>
              </a:extLst>
            </p:cNvPr>
            <p:cNvSpPr/>
            <p:nvPr/>
          </p:nvSpPr>
          <p:spPr>
            <a:xfrm>
              <a:off x="2849563" y="5767727"/>
              <a:ext cx="1817371" cy="5334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3" name="그래픽 22" descr="홈">
              <a:extLst>
                <a:ext uri="{FF2B5EF4-FFF2-40B4-BE49-F238E27FC236}">
                  <a16:creationId xmlns:a16="http://schemas.microsoft.com/office/drawing/2014/main" id="{EF522B7B-64C5-4A80-B671-3FD002F571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75647" y="3009436"/>
              <a:ext cx="914400" cy="914400"/>
            </a:xfrm>
            <a:prstGeom prst="rect">
              <a:avLst/>
            </a:prstGeom>
          </p:spPr>
        </p:pic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C9482B9B-E40F-4054-B5CF-2E872F0B3AAF}"/>
              </a:ext>
            </a:extLst>
          </p:cNvPr>
          <p:cNvGrpSpPr/>
          <p:nvPr/>
        </p:nvGrpSpPr>
        <p:grpSpPr>
          <a:xfrm>
            <a:off x="7349489" y="2872127"/>
            <a:ext cx="1817371" cy="2948940"/>
            <a:chOff x="5114925" y="2872127"/>
            <a:chExt cx="1817371" cy="294894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6827924-66D6-4ACC-B25C-05FB271DE9D2}"/>
                </a:ext>
              </a:extLst>
            </p:cNvPr>
            <p:cNvSpPr/>
            <p:nvPr/>
          </p:nvSpPr>
          <p:spPr>
            <a:xfrm>
              <a:off x="5114925" y="2872127"/>
              <a:ext cx="1817371" cy="2895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B0796F7-7138-4B68-9FD0-BBE1D5F002F7}"/>
                </a:ext>
              </a:extLst>
            </p:cNvPr>
            <p:cNvSpPr txBox="1"/>
            <p:nvPr/>
          </p:nvSpPr>
          <p:spPr>
            <a:xfrm>
              <a:off x="5260896" y="3990927"/>
              <a:ext cx="15316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/>
                <a:t>문서 연계성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C9B6446-96B8-40BE-A4C5-FAFE8BD3D6D5}"/>
                </a:ext>
              </a:extLst>
            </p:cNvPr>
            <p:cNvSpPr txBox="1"/>
            <p:nvPr/>
          </p:nvSpPr>
          <p:spPr>
            <a:xfrm>
              <a:off x="5292090" y="4594247"/>
              <a:ext cx="1463040" cy="688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900" dirty="0"/>
                <a:t>복사</a:t>
              </a:r>
              <a:r>
                <a:rPr lang="en-US" altLang="ko-KR" sz="900" dirty="0"/>
                <a:t>/</a:t>
              </a:r>
              <a:r>
                <a:rPr lang="ko-KR" altLang="en-US" sz="900" dirty="0"/>
                <a:t>붙여넣기 등 </a:t>
              </a:r>
              <a:r>
                <a:rPr lang="ko-KR" altLang="en-US" sz="900" dirty="0" err="1"/>
                <a:t>엑셀식</a:t>
              </a:r>
              <a:r>
                <a:rPr lang="ko-KR" altLang="en-US" sz="900" dirty="0"/>
                <a:t> 구조 유지로 엑셀 문서와 연계성이 높고 편리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6A508ED-398B-47DD-B0BF-D66173FBD3AD}"/>
                </a:ext>
              </a:extLst>
            </p:cNvPr>
            <p:cNvSpPr/>
            <p:nvPr/>
          </p:nvSpPr>
          <p:spPr>
            <a:xfrm>
              <a:off x="5114925" y="5767727"/>
              <a:ext cx="1817371" cy="5334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4" name="그래픽 23" descr="홈">
              <a:extLst>
                <a:ext uri="{FF2B5EF4-FFF2-40B4-BE49-F238E27FC236}">
                  <a16:creationId xmlns:a16="http://schemas.microsoft.com/office/drawing/2014/main" id="{7FA06070-A186-41AC-9FAF-8AE6B8D72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70618" y="3009436"/>
              <a:ext cx="914400" cy="914400"/>
            </a:xfrm>
            <a:prstGeom prst="rect">
              <a:avLst/>
            </a:prstGeom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662EC1B5-A1D7-441A-982E-1776EA1EFCEF}"/>
              </a:ext>
            </a:extLst>
          </p:cNvPr>
          <p:cNvSpPr txBox="1"/>
          <p:nvPr/>
        </p:nvSpPr>
        <p:spPr>
          <a:xfrm>
            <a:off x="3488579" y="1826112"/>
            <a:ext cx="26799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라이브러리 장점 소개</a:t>
            </a:r>
          </a:p>
        </p:txBody>
      </p:sp>
    </p:spTree>
    <p:extLst>
      <p:ext uri="{BB962C8B-B14F-4D97-AF65-F5344CB8AC3E}">
        <p14:creationId xmlns:p14="http://schemas.microsoft.com/office/powerpoint/2010/main" val="1628479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9376999"/>
      </p:ext>
    </p:extLst>
  </p:cSld>
  <p:clrMapOvr>
    <a:masterClrMapping/>
  </p:clrMapOvr>
</p:sld>
</file>

<file path=ppt/theme/theme1.xml><?xml version="1.0" encoding="utf-8"?>
<a:theme xmlns:a="http://schemas.openxmlformats.org/drawingml/2006/main" name="커버">
  <a:themeElements>
    <a:clrScheme name="꿀비">
      <a:dk1>
        <a:srgbClr val="101010"/>
      </a:dk1>
      <a:lt1>
        <a:srgbClr val="FFFFFF"/>
      </a:lt1>
      <a:dk2>
        <a:srgbClr val="212121"/>
      </a:dk2>
      <a:lt2>
        <a:srgbClr val="E2E2E2"/>
      </a:lt2>
      <a:accent1>
        <a:srgbClr val="0426FB"/>
      </a:accent1>
      <a:accent2>
        <a:srgbClr val="FFA600"/>
      </a:accent2>
      <a:accent3>
        <a:srgbClr val="BABABA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인덱스">
  <a:themeElements>
    <a:clrScheme name="꿀비">
      <a:dk1>
        <a:srgbClr val="101010"/>
      </a:dk1>
      <a:lt1>
        <a:srgbClr val="FFFFFF"/>
      </a:lt1>
      <a:dk2>
        <a:srgbClr val="212121"/>
      </a:dk2>
      <a:lt2>
        <a:srgbClr val="E2E2E2"/>
      </a:lt2>
      <a:accent1>
        <a:srgbClr val="0426FB"/>
      </a:accent1>
      <a:accent2>
        <a:srgbClr val="FFA600"/>
      </a:accent2>
      <a:accent3>
        <a:srgbClr val="BABABA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타이틀">
  <a:themeElements>
    <a:clrScheme name="꿀비">
      <a:dk1>
        <a:srgbClr val="101010"/>
      </a:dk1>
      <a:lt1>
        <a:srgbClr val="FFFFFF"/>
      </a:lt1>
      <a:dk2>
        <a:srgbClr val="212121"/>
      </a:dk2>
      <a:lt2>
        <a:srgbClr val="E2E2E2"/>
      </a:lt2>
      <a:accent1>
        <a:srgbClr val="0426FB"/>
      </a:accent1>
      <a:accent2>
        <a:srgbClr val="FFA600"/>
      </a:accent2>
      <a:accent3>
        <a:srgbClr val="BABABA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내지 ">
  <a:themeElements>
    <a:clrScheme name="꿀비 시그니처">
      <a:dk1>
        <a:srgbClr val="101010"/>
      </a:dk1>
      <a:lt1>
        <a:sysClr val="window" lastClr="FFFFFF"/>
      </a:lt1>
      <a:dk2>
        <a:srgbClr val="212121"/>
      </a:dk2>
      <a:lt2>
        <a:srgbClr val="E2E2E2"/>
      </a:lt2>
      <a:accent1>
        <a:srgbClr val="0426FB"/>
      </a:accent1>
      <a:accent2>
        <a:srgbClr val="FFA600"/>
      </a:accent2>
      <a:accent3>
        <a:srgbClr val="BABABA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꿀비_맑은고딕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8065</TotalTime>
  <Words>207</Words>
  <Application>Microsoft Office PowerPoint</Application>
  <PresentationFormat>A4 용지(210x297mm)</PresentationFormat>
  <Paragraphs>37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7</vt:i4>
      </vt:variant>
    </vt:vector>
  </HeadingPairs>
  <TitlesOfParts>
    <vt:vector size="18" baseType="lpstr">
      <vt:lpstr>-apple-system</vt:lpstr>
      <vt:lpstr>맑은 고딕</vt:lpstr>
      <vt:lpstr>시스템 서체 일반체</vt:lpstr>
      <vt:lpstr>Arial</vt:lpstr>
      <vt:lpstr>Calibri</vt:lpstr>
      <vt:lpstr>Calibri Light</vt:lpstr>
      <vt:lpstr>Wingdings</vt:lpstr>
      <vt:lpstr>커버</vt:lpstr>
      <vt:lpstr>인덱스</vt:lpstr>
      <vt:lpstr>타이틀</vt:lpstr>
      <vt:lpstr>내지 </vt:lpstr>
      <vt:lpstr> 조회 페이지 그리드 개선안</vt:lpstr>
      <vt:lpstr>PowerPoint 프레젠테이션</vt:lpstr>
      <vt:lpstr>페이지 상세</vt:lpstr>
      <vt:lpstr>페이지 상세</vt:lpstr>
      <vt:lpstr>PowerPoint 프레젠테이션</vt:lpstr>
      <vt:lpstr>라이브러리 장점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백유경</dc:creator>
  <cp:lastModifiedBy>GB-DEV-009</cp:lastModifiedBy>
  <cp:revision>214</cp:revision>
  <cp:lastPrinted>2021-03-11T06:49:32Z</cp:lastPrinted>
  <dcterms:created xsi:type="dcterms:W3CDTF">2021-03-11T01:59:04Z</dcterms:created>
  <dcterms:modified xsi:type="dcterms:W3CDTF">2021-04-06T04:49:50Z</dcterms:modified>
</cp:coreProperties>
</file>